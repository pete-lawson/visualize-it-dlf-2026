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4"/>
  </p:notesMasterIdLst>
  <p:handoutMasterIdLst>
    <p:handoutMasterId r:id="rId55"/>
  </p:handoutMasterIdLst>
  <p:sldIdLst>
    <p:sldId id="256" r:id="rId5"/>
    <p:sldId id="440" r:id="rId6"/>
    <p:sldId id="576" r:id="rId7"/>
    <p:sldId id="284" r:id="rId8"/>
    <p:sldId id="285" r:id="rId9"/>
    <p:sldId id="286" r:id="rId10"/>
    <p:sldId id="287" r:id="rId11"/>
    <p:sldId id="274" r:id="rId12"/>
    <p:sldId id="275" r:id="rId13"/>
    <p:sldId id="288" r:id="rId14"/>
    <p:sldId id="290" r:id="rId15"/>
    <p:sldId id="291" r:id="rId16"/>
    <p:sldId id="292" r:id="rId17"/>
    <p:sldId id="638" r:id="rId18"/>
    <p:sldId id="639" r:id="rId19"/>
    <p:sldId id="258" r:id="rId20"/>
    <p:sldId id="261" r:id="rId21"/>
    <p:sldId id="263" r:id="rId22"/>
    <p:sldId id="259" r:id="rId23"/>
    <p:sldId id="264" r:id="rId24"/>
    <p:sldId id="265" r:id="rId25"/>
    <p:sldId id="266" r:id="rId26"/>
    <p:sldId id="271" r:id="rId27"/>
    <p:sldId id="276" r:id="rId28"/>
    <p:sldId id="277" r:id="rId29"/>
    <p:sldId id="278" r:id="rId30"/>
    <p:sldId id="279" r:id="rId31"/>
    <p:sldId id="281" r:id="rId32"/>
    <p:sldId id="620" r:id="rId33"/>
    <p:sldId id="621" r:id="rId34"/>
    <p:sldId id="629" r:id="rId35"/>
    <p:sldId id="630" r:id="rId36"/>
    <p:sldId id="631" r:id="rId37"/>
    <p:sldId id="632" r:id="rId38"/>
    <p:sldId id="633" r:id="rId39"/>
    <p:sldId id="634" r:id="rId40"/>
    <p:sldId id="267" r:id="rId41"/>
    <p:sldId id="269" r:id="rId42"/>
    <p:sldId id="270" r:id="rId43"/>
    <p:sldId id="619" r:id="rId44"/>
    <p:sldId id="293" r:id="rId45"/>
    <p:sldId id="624" r:id="rId46"/>
    <p:sldId id="625" r:id="rId47"/>
    <p:sldId id="272" r:id="rId48"/>
    <p:sldId id="627" r:id="rId49"/>
    <p:sldId id="636" r:id="rId50"/>
    <p:sldId id="637" r:id="rId51"/>
    <p:sldId id="628" r:id="rId52"/>
    <p:sldId id="28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2504"/>
    <a:srgbClr val="E69F00"/>
    <a:srgbClr val="E52592"/>
    <a:srgbClr val="FBBC04"/>
    <a:srgbClr val="E8710A"/>
    <a:srgbClr val="1A73E8"/>
    <a:srgbClr val="F092C8"/>
    <a:srgbClr val="92B5F2"/>
    <a:srgbClr val="F9E29D"/>
    <a:srgbClr val="AF4E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757490-9C92-7C49-8402-9D48BEB6F165}" v="231" dt="2026-10-13T17:06:33.1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546"/>
    <p:restoredTop sz="94587"/>
  </p:normalViewPr>
  <p:slideViewPr>
    <p:cSldViewPr snapToGrid="0">
      <p:cViewPr varScale="1">
        <p:scale>
          <a:sx n="78" d="100"/>
          <a:sy n="78" d="100"/>
        </p:scale>
        <p:origin x="184" y="234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20" d="100"/>
          <a:sy n="120" d="100"/>
        </p:scale>
        <p:origin x="4336"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Lawson" userId="d125fe8d-cf94-4d08-8d83-368c03548c23" providerId="ADAL" clId="{4201522F-BA85-53C0-B5FB-D74E9F5E0C69}"/>
    <pc:docChg chg="undo redo custSel addSld delSld modSld sldOrd modMainMaster">
      <pc:chgData name="Peter Lawson" userId="d125fe8d-cf94-4d08-8d83-368c03548c23" providerId="ADAL" clId="{4201522F-BA85-53C0-B5FB-D74E9F5E0C69}" dt="2026-10-13T18:42:28.511" v="5530" actId="120"/>
      <pc:docMkLst>
        <pc:docMk/>
      </pc:docMkLst>
      <pc:sldChg chg="addSp delSp modSp add del mod setBg chgLayout">
        <pc:chgData name="Peter Lawson" userId="d125fe8d-cf94-4d08-8d83-368c03548c23" providerId="ADAL" clId="{4201522F-BA85-53C0-B5FB-D74E9F5E0C69}" dt="2026-10-13T18:42:28.511" v="5530" actId="120"/>
        <pc:sldMkLst>
          <pc:docMk/>
          <pc:sldMk cId="2307173917" sldId="256"/>
        </pc:sldMkLst>
        <pc:spChg chg="mod ord">
          <ac:chgData name="Peter Lawson" userId="d125fe8d-cf94-4d08-8d83-368c03548c23" providerId="ADAL" clId="{4201522F-BA85-53C0-B5FB-D74E9F5E0C69}" dt="2026-10-10T18:50:26.330" v="129" actId="1076"/>
          <ac:spMkLst>
            <pc:docMk/>
            <pc:sldMk cId="2307173917" sldId="256"/>
            <ac:spMk id="2" creationId="{236FE6EB-5751-1D92-3117-D3F8F3A7E8C3}"/>
          </ac:spMkLst>
        </pc:spChg>
        <pc:spChg chg="mod ord">
          <ac:chgData name="Peter Lawson" userId="d125fe8d-cf94-4d08-8d83-368c03548c23" providerId="ADAL" clId="{4201522F-BA85-53C0-B5FB-D74E9F5E0C69}" dt="2026-10-10T20:56:45.752" v="1672" actId="1036"/>
          <ac:spMkLst>
            <pc:docMk/>
            <pc:sldMk cId="2307173917" sldId="256"/>
            <ac:spMk id="3" creationId="{CE15451B-7753-B629-EB3C-C65F5FD916D9}"/>
          </ac:spMkLst>
        </pc:spChg>
        <pc:spChg chg="add mod">
          <ac:chgData name="Peter Lawson" userId="d125fe8d-cf94-4d08-8d83-368c03548c23" providerId="ADAL" clId="{4201522F-BA85-53C0-B5FB-D74E9F5E0C69}" dt="2026-10-13T16:45:40.373" v="5196"/>
          <ac:spMkLst>
            <pc:docMk/>
            <pc:sldMk cId="2307173917" sldId="256"/>
            <ac:spMk id="4" creationId="{7FBB80FE-9EDB-BBF5-B281-B7B9A94C5C99}"/>
          </ac:spMkLst>
        </pc:spChg>
        <pc:spChg chg="add mod">
          <ac:chgData name="Peter Lawson" userId="d125fe8d-cf94-4d08-8d83-368c03548c23" providerId="ADAL" clId="{4201522F-BA85-53C0-B5FB-D74E9F5E0C69}" dt="2026-10-10T19:44:26.462" v="823" actId="1076"/>
          <ac:spMkLst>
            <pc:docMk/>
            <pc:sldMk cId="2307173917" sldId="256"/>
            <ac:spMk id="5" creationId="{2566D030-E69A-F86D-4128-78E15C8BF8AA}"/>
          </ac:spMkLst>
        </pc:spChg>
        <pc:spChg chg="add mod">
          <ac:chgData name="Peter Lawson" userId="d125fe8d-cf94-4d08-8d83-368c03548c23" providerId="ADAL" clId="{4201522F-BA85-53C0-B5FB-D74E9F5E0C69}" dt="2026-10-12T20:32:03.568" v="3150" actId="962"/>
          <ac:spMkLst>
            <pc:docMk/>
            <pc:sldMk cId="2307173917" sldId="256"/>
            <ac:spMk id="14" creationId="{30BC7E7F-2E64-9798-B545-26CCF0E46BCB}"/>
          </ac:spMkLst>
        </pc:spChg>
        <pc:spChg chg="add mod">
          <ac:chgData name="Peter Lawson" userId="d125fe8d-cf94-4d08-8d83-368c03548c23" providerId="ADAL" clId="{4201522F-BA85-53C0-B5FB-D74E9F5E0C69}" dt="2026-10-12T20:32:03.568" v="3150" actId="962"/>
          <ac:spMkLst>
            <pc:docMk/>
            <pc:sldMk cId="2307173917" sldId="256"/>
            <ac:spMk id="15" creationId="{07E3856A-9E01-6471-B184-5043779C4379}"/>
          </ac:spMkLst>
        </pc:spChg>
        <pc:spChg chg="add mod topLvl">
          <ac:chgData name="Peter Lawson" userId="d125fe8d-cf94-4d08-8d83-368c03548c23" providerId="ADAL" clId="{4201522F-BA85-53C0-B5FB-D74E9F5E0C69}" dt="2026-10-13T18:42:28.511" v="5530" actId="120"/>
          <ac:spMkLst>
            <pc:docMk/>
            <pc:sldMk cId="2307173917" sldId="256"/>
            <ac:spMk id="16" creationId="{72081A65-F28B-B2FD-32F3-D6C93D098205}"/>
          </ac:spMkLst>
        </pc:spChg>
        <pc:spChg chg="add mod">
          <ac:chgData name="Peter Lawson" userId="d125fe8d-cf94-4d08-8d83-368c03548c23" providerId="ADAL" clId="{4201522F-BA85-53C0-B5FB-D74E9F5E0C69}" dt="2026-10-12T20:32:03.568" v="3150" actId="962"/>
          <ac:spMkLst>
            <pc:docMk/>
            <pc:sldMk cId="2307173917" sldId="256"/>
            <ac:spMk id="17" creationId="{B581EC5E-AC49-44CA-227C-A5F2196CA02B}"/>
          </ac:spMkLst>
        </pc:spChg>
        <pc:spChg chg="add mod topLvl">
          <ac:chgData name="Peter Lawson" userId="d125fe8d-cf94-4d08-8d83-368c03548c23" providerId="ADAL" clId="{4201522F-BA85-53C0-B5FB-D74E9F5E0C69}" dt="2026-10-12T18:32:25.992" v="1804" actId="1035"/>
          <ac:spMkLst>
            <pc:docMk/>
            <pc:sldMk cId="2307173917" sldId="256"/>
            <ac:spMk id="21" creationId="{FDB0C2D7-1234-8187-19B8-0A834529B2F0}"/>
          </ac:spMkLst>
        </pc:spChg>
        <pc:cxnChg chg="add mod">
          <ac:chgData name="Peter Lawson" userId="d125fe8d-cf94-4d08-8d83-368c03548c23" providerId="ADAL" clId="{4201522F-BA85-53C0-B5FB-D74E9F5E0C69}" dt="2026-10-12T20:31:54.616" v="3148" actId="962"/>
          <ac:cxnSpMkLst>
            <pc:docMk/>
            <pc:sldMk cId="2307173917" sldId="256"/>
            <ac:cxnSpMk id="7" creationId="{F4C2E3CE-77F5-E77D-A53F-D4EF43B2B17D}"/>
          </ac:cxnSpMkLst>
        </pc:cxnChg>
        <pc:cxnChg chg="add mod">
          <ac:chgData name="Peter Lawson" userId="d125fe8d-cf94-4d08-8d83-368c03548c23" providerId="ADAL" clId="{4201522F-BA85-53C0-B5FB-D74E9F5E0C69}" dt="2026-10-12T21:35:52.357" v="3391" actId="1037"/>
          <ac:cxnSpMkLst>
            <pc:docMk/>
            <pc:sldMk cId="2307173917" sldId="256"/>
            <ac:cxnSpMk id="8" creationId="{C3BAC6AD-3AED-0A7A-62F8-2430F96675DA}"/>
          </ac:cxnSpMkLst>
        </pc:cxnChg>
      </pc:sldChg>
      <pc:sldChg chg="addSp delSp modSp del mod">
        <pc:chgData name="Peter Lawson" userId="d125fe8d-cf94-4d08-8d83-368c03548c23" providerId="ADAL" clId="{4201522F-BA85-53C0-B5FB-D74E9F5E0C69}" dt="2026-10-13T16:51:01.030" v="5307" actId="2696"/>
        <pc:sldMkLst>
          <pc:docMk/>
          <pc:sldMk cId="1305160210" sldId="257"/>
        </pc:sldMkLst>
        <pc:spChg chg="add mod">
          <ac:chgData name="Peter Lawson" userId="d125fe8d-cf94-4d08-8d83-368c03548c23" providerId="ADAL" clId="{4201522F-BA85-53C0-B5FB-D74E9F5E0C69}" dt="2026-10-13T16:45:40.373" v="5196"/>
          <ac:spMkLst>
            <pc:docMk/>
            <pc:sldMk cId="1305160210" sldId="257"/>
            <ac:spMk id="10" creationId="{201A0235-64AA-A59C-30C6-988D398657C2}"/>
          </ac:spMkLst>
        </pc:spChg>
        <pc:picChg chg="add mod">
          <ac:chgData name="Peter Lawson" userId="d125fe8d-cf94-4d08-8d83-368c03548c23" providerId="ADAL" clId="{4201522F-BA85-53C0-B5FB-D74E9F5E0C69}" dt="2026-10-12T20:32:50.974" v="3160" actId="962"/>
          <ac:picMkLst>
            <pc:docMk/>
            <pc:sldMk cId="1305160210" sldId="257"/>
            <ac:picMk id="4" creationId="{D987C03C-9628-EDBF-E25F-F5B0827E77F8}"/>
          </ac:picMkLst>
        </pc:picChg>
        <pc:picChg chg="add mod">
          <ac:chgData name="Peter Lawson" userId="d125fe8d-cf94-4d08-8d83-368c03548c23" providerId="ADAL" clId="{4201522F-BA85-53C0-B5FB-D74E9F5E0C69}" dt="2026-10-12T20:32:29.892" v="3154" actId="962"/>
          <ac:picMkLst>
            <pc:docMk/>
            <pc:sldMk cId="1305160210" sldId="257"/>
            <ac:picMk id="9" creationId="{A2F82367-FD49-8FC7-EF36-107BD4282E33}"/>
          </ac:picMkLst>
        </pc:picChg>
      </pc:sldChg>
      <pc:sldChg chg="addSp delSp modSp new mod modClrScheme chgLayout">
        <pc:chgData name="Peter Lawson" userId="d125fe8d-cf94-4d08-8d83-368c03548c23" providerId="ADAL" clId="{4201522F-BA85-53C0-B5FB-D74E9F5E0C69}" dt="2026-10-13T16:45:40.373" v="5196"/>
        <pc:sldMkLst>
          <pc:docMk/>
          <pc:sldMk cId="3931210697" sldId="258"/>
        </pc:sldMkLst>
        <pc:spChg chg="add mod">
          <ac:chgData name="Peter Lawson" userId="d125fe8d-cf94-4d08-8d83-368c03548c23" providerId="ADAL" clId="{4201522F-BA85-53C0-B5FB-D74E9F5E0C69}" dt="2026-10-13T16:45:40.373" v="5196"/>
          <ac:spMkLst>
            <pc:docMk/>
            <pc:sldMk cId="3931210697" sldId="258"/>
            <ac:spMk id="2" creationId="{34060BDC-2271-52A6-9022-62850F825877}"/>
          </ac:spMkLst>
        </pc:spChg>
        <pc:spChg chg="add mod ord">
          <ac:chgData name="Peter Lawson" userId="d125fe8d-cf94-4d08-8d83-368c03548c23" providerId="ADAL" clId="{4201522F-BA85-53C0-B5FB-D74E9F5E0C69}" dt="2026-10-10T18:59:27.907" v="201" actId="20577"/>
          <ac:spMkLst>
            <pc:docMk/>
            <pc:sldMk cId="3931210697" sldId="258"/>
            <ac:spMk id="4" creationId="{573B7B11-0516-7BF3-B7DF-1713820DF898}"/>
          </ac:spMkLst>
        </pc:spChg>
        <pc:spChg chg="add mod ord">
          <ac:chgData name="Peter Lawson" userId="d125fe8d-cf94-4d08-8d83-368c03548c23" providerId="ADAL" clId="{4201522F-BA85-53C0-B5FB-D74E9F5E0C69}" dt="2026-10-10T20:23:03.347" v="1158" actId="14100"/>
          <ac:spMkLst>
            <pc:docMk/>
            <pc:sldMk cId="3931210697" sldId="258"/>
            <ac:spMk id="5" creationId="{049BD57F-6931-2EF6-9B29-9E8BF0C6607B}"/>
          </ac:spMkLst>
        </pc:spChg>
        <pc:picChg chg="add mod">
          <ac:chgData name="Peter Lawson" userId="d125fe8d-cf94-4d08-8d83-368c03548c23" providerId="ADAL" clId="{4201522F-BA85-53C0-B5FB-D74E9F5E0C69}" dt="2026-10-10T19:30:42.856" v="491" actId="1076"/>
          <ac:picMkLst>
            <pc:docMk/>
            <pc:sldMk cId="3931210697" sldId="258"/>
            <ac:picMk id="14" creationId="{86C783A1-9FE9-AA5E-B346-41114ECA5893}"/>
          </ac:picMkLst>
        </pc:picChg>
        <pc:cxnChg chg="add mod">
          <ac:chgData name="Peter Lawson" userId="d125fe8d-cf94-4d08-8d83-368c03548c23" providerId="ADAL" clId="{4201522F-BA85-53C0-B5FB-D74E9F5E0C69}" dt="2026-10-10T20:22:16.649" v="1151" actId="208"/>
          <ac:cxnSpMkLst>
            <pc:docMk/>
            <pc:sldMk cId="3931210697" sldId="258"/>
            <ac:cxnSpMk id="10" creationId="{2457EB8A-CEB4-1693-C86D-D279781279FB}"/>
          </ac:cxnSpMkLst>
        </pc:cxnChg>
      </pc:sldChg>
      <pc:sldChg chg="addSp modSp new mod">
        <pc:chgData name="Peter Lawson" userId="d125fe8d-cf94-4d08-8d83-368c03548c23" providerId="ADAL" clId="{4201522F-BA85-53C0-B5FB-D74E9F5E0C69}" dt="2026-10-13T16:45:40.373" v="5196"/>
        <pc:sldMkLst>
          <pc:docMk/>
          <pc:sldMk cId="1404397367" sldId="259"/>
        </pc:sldMkLst>
        <pc:spChg chg="mod">
          <ac:chgData name="Peter Lawson" userId="d125fe8d-cf94-4d08-8d83-368c03548c23" providerId="ADAL" clId="{4201522F-BA85-53C0-B5FB-D74E9F5E0C69}" dt="2026-10-10T19:53:11.474" v="867" actId="207"/>
          <ac:spMkLst>
            <pc:docMk/>
            <pc:sldMk cId="1404397367" sldId="259"/>
            <ac:spMk id="2" creationId="{EFC835DF-476F-1152-AEAF-F8369DCFDDAE}"/>
          </ac:spMkLst>
        </pc:spChg>
        <pc:spChg chg="mod">
          <ac:chgData name="Peter Lawson" userId="d125fe8d-cf94-4d08-8d83-368c03548c23" providerId="ADAL" clId="{4201522F-BA85-53C0-B5FB-D74E9F5E0C69}" dt="2026-10-10T19:53:26.186" v="869" actId="207"/>
          <ac:spMkLst>
            <pc:docMk/>
            <pc:sldMk cId="1404397367" sldId="259"/>
            <ac:spMk id="3" creationId="{FF7C7EC5-2AA8-54E1-8CB0-03989E53F89E}"/>
          </ac:spMkLst>
        </pc:spChg>
        <pc:spChg chg="add mod">
          <ac:chgData name="Peter Lawson" userId="d125fe8d-cf94-4d08-8d83-368c03548c23" providerId="ADAL" clId="{4201522F-BA85-53C0-B5FB-D74E9F5E0C69}" dt="2026-10-13T16:45:40.373" v="5196"/>
          <ac:spMkLst>
            <pc:docMk/>
            <pc:sldMk cId="1404397367" sldId="259"/>
            <ac:spMk id="5" creationId="{CF7A18E4-A14F-439A-4B20-7616A95493F0}"/>
          </ac:spMkLst>
        </pc:spChg>
        <pc:cxnChg chg="add mod">
          <ac:chgData name="Peter Lawson" userId="d125fe8d-cf94-4d08-8d83-368c03548c23" providerId="ADAL" clId="{4201522F-BA85-53C0-B5FB-D74E9F5E0C69}" dt="2026-10-10T20:23:45.963" v="1161" actId="208"/>
          <ac:cxnSpMkLst>
            <pc:docMk/>
            <pc:sldMk cId="1404397367" sldId="259"/>
            <ac:cxnSpMk id="4" creationId="{B4E2143E-EA0D-6AB2-552F-724EBC42AF73}"/>
          </ac:cxnSpMkLst>
        </pc:cxnChg>
      </pc:sldChg>
      <pc:sldChg chg="addSp delSp modSp new mod modClrScheme chgLayout">
        <pc:chgData name="Peter Lawson" userId="d125fe8d-cf94-4d08-8d83-368c03548c23" providerId="ADAL" clId="{4201522F-BA85-53C0-B5FB-D74E9F5E0C69}" dt="2026-10-12T18:26:28.602" v="1769" actId="2711"/>
        <pc:sldMkLst>
          <pc:docMk/>
          <pc:sldMk cId="1846303100" sldId="261"/>
        </pc:sldMkLst>
        <pc:spChg chg="add mod ord">
          <ac:chgData name="Peter Lawson" userId="d125fe8d-cf94-4d08-8d83-368c03548c23" providerId="ADAL" clId="{4201522F-BA85-53C0-B5FB-D74E9F5E0C69}" dt="2026-10-12T18:26:28.602" v="1769" actId="2711"/>
          <ac:spMkLst>
            <pc:docMk/>
            <pc:sldMk cId="1846303100" sldId="261"/>
            <ac:spMk id="4" creationId="{579D3006-461E-10E2-8A4B-4F3438D30475}"/>
          </ac:spMkLst>
        </pc:spChg>
        <pc:spChg chg="add mod">
          <ac:chgData name="Peter Lawson" userId="d125fe8d-cf94-4d08-8d83-368c03548c23" providerId="ADAL" clId="{4201522F-BA85-53C0-B5FB-D74E9F5E0C69}" dt="2026-10-12T18:24:25.520" v="1760" actId="120"/>
          <ac:spMkLst>
            <pc:docMk/>
            <pc:sldMk cId="1846303100" sldId="261"/>
            <ac:spMk id="11" creationId="{8AD06FFB-A388-8BB9-EDE1-9B57F7E71CD4}"/>
          </ac:spMkLst>
        </pc:spChg>
        <pc:picChg chg="add del mod modCrop">
          <ac:chgData name="Peter Lawson" userId="d125fe8d-cf94-4d08-8d83-368c03548c23" providerId="ADAL" clId="{4201522F-BA85-53C0-B5FB-D74E9F5E0C69}" dt="2026-10-12T18:21:27.081" v="1752" actId="478"/>
          <ac:picMkLst>
            <pc:docMk/>
            <pc:sldMk cId="1846303100" sldId="261"/>
            <ac:picMk id="6" creationId="{698B506F-6937-944D-DDAF-04CE4B905786}"/>
          </ac:picMkLst>
        </pc:picChg>
        <pc:picChg chg="add mod">
          <ac:chgData name="Peter Lawson" userId="d125fe8d-cf94-4d08-8d83-368c03548c23" providerId="ADAL" clId="{4201522F-BA85-53C0-B5FB-D74E9F5E0C69}" dt="2026-10-12T18:22:04.173" v="1755" actId="1076"/>
          <ac:picMkLst>
            <pc:docMk/>
            <pc:sldMk cId="1846303100" sldId="261"/>
            <ac:picMk id="10" creationId="{9D80F838-1F7E-2786-200F-A079013C243C}"/>
          </ac:picMkLst>
        </pc:picChg>
      </pc:sldChg>
      <pc:sldChg chg="addSp delSp modSp add mod">
        <pc:chgData name="Peter Lawson" userId="d125fe8d-cf94-4d08-8d83-368c03548c23" providerId="ADAL" clId="{4201522F-BA85-53C0-B5FB-D74E9F5E0C69}" dt="2026-10-12T18:26:57.622" v="1774" actId="2711"/>
        <pc:sldMkLst>
          <pc:docMk/>
          <pc:sldMk cId="1447622439" sldId="263"/>
        </pc:sldMkLst>
        <pc:spChg chg="add del mod">
          <ac:chgData name="Peter Lawson" userId="d125fe8d-cf94-4d08-8d83-368c03548c23" providerId="ADAL" clId="{4201522F-BA85-53C0-B5FB-D74E9F5E0C69}" dt="2026-10-12T18:26:57.622" v="1774" actId="2711"/>
          <ac:spMkLst>
            <pc:docMk/>
            <pc:sldMk cId="1447622439" sldId="263"/>
            <ac:spMk id="4" creationId="{ECE0EBE3-8D10-2DC1-CC4E-BF9758CC8766}"/>
          </ac:spMkLst>
        </pc:spChg>
        <pc:spChg chg="add mod">
          <ac:chgData name="Peter Lawson" userId="d125fe8d-cf94-4d08-8d83-368c03548c23" providerId="ADAL" clId="{4201522F-BA85-53C0-B5FB-D74E9F5E0C69}" dt="2026-10-12T18:25:11.998" v="1764" actId="20577"/>
          <ac:spMkLst>
            <pc:docMk/>
            <pc:sldMk cId="1447622439" sldId="263"/>
            <ac:spMk id="8" creationId="{886BA6CE-A3C7-9122-BDFC-93E5C9B4E2D5}"/>
          </ac:spMkLst>
        </pc:spChg>
        <pc:spChg chg="add del mod">
          <ac:chgData name="Peter Lawson" userId="d125fe8d-cf94-4d08-8d83-368c03548c23" providerId="ADAL" clId="{4201522F-BA85-53C0-B5FB-D74E9F5E0C69}" dt="2026-10-12T18:26:48.040" v="1773" actId="478"/>
          <ac:spMkLst>
            <pc:docMk/>
            <pc:sldMk cId="1447622439" sldId="263"/>
            <ac:spMk id="10" creationId="{FF8C926E-3546-445A-2056-DE4A5944257F}"/>
          </ac:spMkLst>
        </pc:spChg>
        <pc:spChg chg="add mod">
          <ac:chgData name="Peter Lawson" userId="d125fe8d-cf94-4d08-8d83-368c03548c23" providerId="ADAL" clId="{4201522F-BA85-53C0-B5FB-D74E9F5E0C69}" dt="2026-10-12T18:26:47.558" v="1772"/>
          <ac:spMkLst>
            <pc:docMk/>
            <pc:sldMk cId="1447622439" sldId="263"/>
            <ac:spMk id="11" creationId="{059ACF53-2C36-3FB6-9771-695F8B698011}"/>
          </ac:spMkLst>
        </pc:spChg>
        <pc:picChg chg="add mod">
          <ac:chgData name="Peter Lawson" userId="d125fe8d-cf94-4d08-8d83-368c03548c23" providerId="ADAL" clId="{4201522F-BA85-53C0-B5FB-D74E9F5E0C69}" dt="2026-10-12T18:25:23.323" v="1766" actId="1076"/>
          <ac:picMkLst>
            <pc:docMk/>
            <pc:sldMk cId="1447622439" sldId="263"/>
            <ac:picMk id="2" creationId="{220E57FC-0EF5-4EA4-7C55-E8B670644621}"/>
          </ac:picMkLst>
        </pc:picChg>
      </pc:sldChg>
      <pc:sldChg chg="addSp delSp modSp new mod modClrScheme chgLayout">
        <pc:chgData name="Peter Lawson" userId="d125fe8d-cf94-4d08-8d83-368c03548c23" providerId="ADAL" clId="{4201522F-BA85-53C0-B5FB-D74E9F5E0C69}" dt="2026-10-10T20:38:17.694" v="1334" actId="20577"/>
        <pc:sldMkLst>
          <pc:docMk/>
          <pc:sldMk cId="1911652229" sldId="264"/>
        </pc:sldMkLst>
        <pc:spChg chg="add mod ord">
          <ac:chgData name="Peter Lawson" userId="d125fe8d-cf94-4d08-8d83-368c03548c23" providerId="ADAL" clId="{4201522F-BA85-53C0-B5FB-D74E9F5E0C69}" dt="2026-10-10T20:37:17.748" v="1330" actId="207"/>
          <ac:spMkLst>
            <pc:docMk/>
            <pc:sldMk cId="1911652229" sldId="264"/>
            <ac:spMk id="4" creationId="{14613E86-4BB2-374A-67F5-81678B9A22F1}"/>
          </ac:spMkLst>
        </pc:spChg>
        <pc:spChg chg="add mod">
          <ac:chgData name="Peter Lawson" userId="d125fe8d-cf94-4d08-8d83-368c03548c23" providerId="ADAL" clId="{4201522F-BA85-53C0-B5FB-D74E9F5E0C69}" dt="2026-10-10T20:38:17.694" v="1334" actId="20577"/>
          <ac:spMkLst>
            <pc:docMk/>
            <pc:sldMk cId="1911652229" sldId="264"/>
            <ac:spMk id="17" creationId="{915E05E1-A2E5-0AB6-AE09-A66EE0754560}"/>
          </ac:spMkLst>
        </pc:spChg>
        <pc:picChg chg="add mod">
          <ac:chgData name="Peter Lawson" userId="d125fe8d-cf94-4d08-8d83-368c03548c23" providerId="ADAL" clId="{4201522F-BA85-53C0-B5FB-D74E9F5E0C69}" dt="2026-10-10T20:13:03.040" v="970" actId="1076"/>
          <ac:picMkLst>
            <pc:docMk/>
            <pc:sldMk cId="1911652229" sldId="264"/>
            <ac:picMk id="12" creationId="{F5E05786-CC05-5465-E1F2-5D093F291275}"/>
          </ac:picMkLst>
        </pc:picChg>
      </pc:sldChg>
      <pc:sldChg chg="addSp delSp modSp add mod">
        <pc:chgData name="Peter Lawson" userId="d125fe8d-cf94-4d08-8d83-368c03548c23" providerId="ADAL" clId="{4201522F-BA85-53C0-B5FB-D74E9F5E0C69}" dt="2026-10-10T20:38:23.288" v="1335" actId="20577"/>
        <pc:sldMkLst>
          <pc:docMk/>
          <pc:sldMk cId="3403310691" sldId="265"/>
        </pc:sldMkLst>
        <pc:spChg chg="mod">
          <ac:chgData name="Peter Lawson" userId="d125fe8d-cf94-4d08-8d83-368c03548c23" providerId="ADAL" clId="{4201522F-BA85-53C0-B5FB-D74E9F5E0C69}" dt="2026-10-10T20:37:22.486" v="1331" actId="207"/>
          <ac:spMkLst>
            <pc:docMk/>
            <pc:sldMk cId="3403310691" sldId="265"/>
            <ac:spMk id="4" creationId="{02C6C1D8-58E6-BA95-267E-A5F8EA0826FC}"/>
          </ac:spMkLst>
        </pc:spChg>
        <pc:spChg chg="add mod">
          <ac:chgData name="Peter Lawson" userId="d125fe8d-cf94-4d08-8d83-368c03548c23" providerId="ADAL" clId="{4201522F-BA85-53C0-B5FB-D74E9F5E0C69}" dt="2026-10-10T20:38:23.288" v="1335" actId="20577"/>
          <ac:spMkLst>
            <pc:docMk/>
            <pc:sldMk cId="3403310691" sldId="265"/>
            <ac:spMk id="10" creationId="{90FD7CF8-9ABD-940C-1E7E-E03DB932B925}"/>
          </ac:spMkLst>
        </pc:spChg>
        <pc:picChg chg="add mod">
          <ac:chgData name="Peter Lawson" userId="d125fe8d-cf94-4d08-8d83-368c03548c23" providerId="ADAL" clId="{4201522F-BA85-53C0-B5FB-D74E9F5E0C69}" dt="2026-10-10T20:13:16.127" v="972" actId="1076"/>
          <ac:picMkLst>
            <pc:docMk/>
            <pc:sldMk cId="3403310691" sldId="265"/>
            <ac:picMk id="11" creationId="{9BA58534-18B7-41E8-582B-E780515AB0D7}"/>
          </ac:picMkLst>
        </pc:picChg>
      </pc:sldChg>
      <pc:sldChg chg="addSp delSp modSp add mod">
        <pc:chgData name="Peter Lawson" userId="d125fe8d-cf94-4d08-8d83-368c03548c23" providerId="ADAL" clId="{4201522F-BA85-53C0-B5FB-D74E9F5E0C69}" dt="2026-10-10T20:38:28.543" v="1338" actId="20577"/>
        <pc:sldMkLst>
          <pc:docMk/>
          <pc:sldMk cId="3635068714" sldId="266"/>
        </pc:sldMkLst>
        <pc:spChg chg="mod">
          <ac:chgData name="Peter Lawson" userId="d125fe8d-cf94-4d08-8d83-368c03548c23" providerId="ADAL" clId="{4201522F-BA85-53C0-B5FB-D74E9F5E0C69}" dt="2026-10-10T20:18:37.342" v="1135" actId="20577"/>
          <ac:spMkLst>
            <pc:docMk/>
            <pc:sldMk cId="3635068714" sldId="266"/>
            <ac:spMk id="4" creationId="{461D78E3-9D47-C820-074D-1C351D887D07}"/>
          </ac:spMkLst>
        </pc:spChg>
        <pc:spChg chg="mod">
          <ac:chgData name="Peter Lawson" userId="d125fe8d-cf94-4d08-8d83-368c03548c23" providerId="ADAL" clId="{4201522F-BA85-53C0-B5FB-D74E9F5E0C69}" dt="2026-10-10T20:38:28.543" v="1338" actId="20577"/>
          <ac:spMkLst>
            <pc:docMk/>
            <pc:sldMk cId="3635068714" sldId="266"/>
            <ac:spMk id="10" creationId="{5C8890C3-3763-BB05-8D6D-0271F22CB25B}"/>
          </ac:spMkLst>
        </pc:spChg>
        <pc:picChg chg="add mod">
          <ac:chgData name="Peter Lawson" userId="d125fe8d-cf94-4d08-8d83-368c03548c23" providerId="ADAL" clId="{4201522F-BA85-53C0-B5FB-D74E9F5E0C69}" dt="2026-10-10T20:16:57.750" v="988" actId="1076"/>
          <ac:picMkLst>
            <pc:docMk/>
            <pc:sldMk cId="3635068714" sldId="266"/>
            <ac:picMk id="3" creationId="{27DE6CD3-F81D-005F-9223-8375002E4861}"/>
          </ac:picMkLst>
        </pc:picChg>
      </pc:sldChg>
      <pc:sldChg chg="addSp delSp modSp new mod ord">
        <pc:chgData name="Peter Lawson" userId="d125fe8d-cf94-4d08-8d83-368c03548c23" providerId="ADAL" clId="{4201522F-BA85-53C0-B5FB-D74E9F5E0C69}" dt="2026-10-13T15:11:47.147" v="4187" actId="20578"/>
        <pc:sldMkLst>
          <pc:docMk/>
          <pc:sldMk cId="3394072398" sldId="267"/>
        </pc:sldMkLst>
        <pc:spChg chg="mod">
          <ac:chgData name="Peter Lawson" userId="d125fe8d-cf94-4d08-8d83-368c03548c23" providerId="ADAL" clId="{4201522F-BA85-53C0-B5FB-D74E9F5E0C69}" dt="2026-10-10T20:47:57.619" v="1487" actId="1076"/>
          <ac:spMkLst>
            <pc:docMk/>
            <pc:sldMk cId="3394072398" sldId="267"/>
            <ac:spMk id="2" creationId="{5B750C7B-FA48-C236-C92A-90B302F0EB8B}"/>
          </ac:spMkLst>
        </pc:spChg>
        <pc:spChg chg="add mod">
          <ac:chgData name="Peter Lawson" userId="d125fe8d-cf94-4d08-8d83-368c03548c23" providerId="ADAL" clId="{4201522F-BA85-53C0-B5FB-D74E9F5E0C69}" dt="2026-10-10T20:50:35.316" v="1494" actId="20577"/>
          <ac:spMkLst>
            <pc:docMk/>
            <pc:sldMk cId="3394072398" sldId="267"/>
            <ac:spMk id="5" creationId="{F3F67C54-AAF9-1431-707B-69BB91855601}"/>
          </ac:spMkLst>
        </pc:spChg>
        <pc:picChg chg="add mod">
          <ac:chgData name="Peter Lawson" userId="d125fe8d-cf94-4d08-8d83-368c03548c23" providerId="ADAL" clId="{4201522F-BA85-53C0-B5FB-D74E9F5E0C69}" dt="2026-10-10T20:50:43.184" v="1495" actId="1076"/>
          <ac:picMkLst>
            <pc:docMk/>
            <pc:sldMk cId="3394072398" sldId="267"/>
            <ac:picMk id="4" creationId="{1255F756-76B4-AA77-CAD4-A8001A22423E}"/>
          </ac:picMkLst>
        </pc:picChg>
      </pc:sldChg>
      <pc:sldChg chg="addSp delSp new del mod">
        <pc:chgData name="Peter Lawson" userId="d125fe8d-cf94-4d08-8d83-368c03548c23" providerId="ADAL" clId="{4201522F-BA85-53C0-B5FB-D74E9F5E0C69}" dt="2026-10-13T15:18:03.281" v="4189" actId="2696"/>
        <pc:sldMkLst>
          <pc:docMk/>
          <pc:sldMk cId="2569256301" sldId="268"/>
        </pc:sldMkLst>
      </pc:sldChg>
      <pc:sldChg chg="addSp delSp modSp add mod ord">
        <pc:chgData name="Peter Lawson" userId="d125fe8d-cf94-4d08-8d83-368c03548c23" providerId="ADAL" clId="{4201522F-BA85-53C0-B5FB-D74E9F5E0C69}" dt="2026-10-13T15:11:49.447" v="4188" actId="20578"/>
        <pc:sldMkLst>
          <pc:docMk/>
          <pc:sldMk cId="88544260" sldId="269"/>
        </pc:sldMkLst>
        <pc:spChg chg="mod">
          <ac:chgData name="Peter Lawson" userId="d125fe8d-cf94-4d08-8d83-368c03548c23" providerId="ADAL" clId="{4201522F-BA85-53C0-B5FB-D74E9F5E0C69}" dt="2026-10-10T20:53:33.202" v="1532" actId="20577"/>
          <ac:spMkLst>
            <pc:docMk/>
            <pc:sldMk cId="88544260" sldId="269"/>
            <ac:spMk id="5" creationId="{73C7A9B7-F5ED-0030-7ACE-1D73EFC07D1C}"/>
          </ac:spMkLst>
        </pc:spChg>
        <pc:picChg chg="add mod">
          <ac:chgData name="Peter Lawson" userId="d125fe8d-cf94-4d08-8d83-368c03548c23" providerId="ADAL" clId="{4201522F-BA85-53C0-B5FB-D74E9F5E0C69}" dt="2026-10-10T20:52:04.282" v="1510" actId="1076"/>
          <ac:picMkLst>
            <pc:docMk/>
            <pc:sldMk cId="88544260" sldId="269"/>
            <ac:picMk id="8" creationId="{D402D825-084A-F429-4FAA-FCEDFF5D0EB3}"/>
          </ac:picMkLst>
        </pc:picChg>
      </pc:sldChg>
      <pc:sldChg chg="addSp delSp modSp add mod">
        <pc:chgData name="Peter Lawson" userId="d125fe8d-cf94-4d08-8d83-368c03548c23" providerId="ADAL" clId="{4201522F-BA85-53C0-B5FB-D74E9F5E0C69}" dt="2026-10-10T20:53:26.510" v="1528" actId="20577"/>
        <pc:sldMkLst>
          <pc:docMk/>
          <pc:sldMk cId="2007437805" sldId="270"/>
        </pc:sldMkLst>
        <pc:spChg chg="mod">
          <ac:chgData name="Peter Lawson" userId="d125fe8d-cf94-4d08-8d83-368c03548c23" providerId="ADAL" clId="{4201522F-BA85-53C0-B5FB-D74E9F5E0C69}" dt="2026-10-10T20:53:26.510" v="1528" actId="20577"/>
          <ac:spMkLst>
            <pc:docMk/>
            <pc:sldMk cId="2007437805" sldId="270"/>
            <ac:spMk id="5" creationId="{5BEE05AF-4720-88E2-85C2-ADC3313D4313}"/>
          </ac:spMkLst>
        </pc:spChg>
        <pc:picChg chg="add mod">
          <ac:chgData name="Peter Lawson" userId="d125fe8d-cf94-4d08-8d83-368c03548c23" providerId="ADAL" clId="{4201522F-BA85-53C0-B5FB-D74E9F5E0C69}" dt="2026-10-10T20:53:03.933" v="1514" actId="1076"/>
          <ac:picMkLst>
            <pc:docMk/>
            <pc:sldMk cId="2007437805" sldId="270"/>
            <ac:picMk id="6" creationId="{ED814347-AC79-AAC8-D831-E05AE4772550}"/>
          </ac:picMkLst>
        </pc:picChg>
      </pc:sldChg>
      <pc:sldChg chg="addSp modSp add mod modNotesTx">
        <pc:chgData name="Peter Lawson" userId="d125fe8d-cf94-4d08-8d83-368c03548c23" providerId="ADAL" clId="{4201522F-BA85-53C0-B5FB-D74E9F5E0C69}" dt="2026-10-13T16:45:40.373" v="5196"/>
        <pc:sldMkLst>
          <pc:docMk/>
          <pc:sldMk cId="1760607828" sldId="271"/>
        </pc:sldMkLst>
        <pc:spChg chg="mod">
          <ac:chgData name="Peter Lawson" userId="d125fe8d-cf94-4d08-8d83-368c03548c23" providerId="ADAL" clId="{4201522F-BA85-53C0-B5FB-D74E9F5E0C69}" dt="2026-10-10T20:54:28.400" v="1561" actId="20577"/>
          <ac:spMkLst>
            <pc:docMk/>
            <pc:sldMk cId="1760607828" sldId="271"/>
            <ac:spMk id="2" creationId="{551ED738-2299-5A74-68B1-BC82F7136EAA}"/>
          </ac:spMkLst>
        </pc:spChg>
        <pc:spChg chg="mod">
          <ac:chgData name="Peter Lawson" userId="d125fe8d-cf94-4d08-8d83-368c03548c23" providerId="ADAL" clId="{4201522F-BA85-53C0-B5FB-D74E9F5E0C69}" dt="2026-10-10T20:56:19.444" v="1670" actId="20577"/>
          <ac:spMkLst>
            <pc:docMk/>
            <pc:sldMk cId="1760607828" sldId="271"/>
            <ac:spMk id="3" creationId="{C0986718-29CB-CFED-9EE2-F706DC14D2E9}"/>
          </ac:spMkLst>
        </pc:spChg>
        <pc:spChg chg="add mod">
          <ac:chgData name="Peter Lawson" userId="d125fe8d-cf94-4d08-8d83-368c03548c23" providerId="ADAL" clId="{4201522F-BA85-53C0-B5FB-D74E9F5E0C69}" dt="2026-10-13T16:45:40.373" v="5196"/>
          <ac:spMkLst>
            <pc:docMk/>
            <pc:sldMk cId="1760607828" sldId="271"/>
            <ac:spMk id="5" creationId="{825494DF-71C9-BF40-68F5-39523B98BCDB}"/>
          </ac:spMkLst>
        </pc:spChg>
      </pc:sldChg>
      <pc:sldChg chg="addSp delSp modSp add mod">
        <pc:chgData name="Peter Lawson" userId="d125fe8d-cf94-4d08-8d83-368c03548c23" providerId="ADAL" clId="{4201522F-BA85-53C0-B5FB-D74E9F5E0C69}" dt="2026-10-13T15:04:55.609" v="4183" actId="20577"/>
        <pc:sldMkLst>
          <pc:docMk/>
          <pc:sldMk cId="2241361316" sldId="272"/>
        </pc:sldMkLst>
        <pc:spChg chg="mod">
          <ac:chgData name="Peter Lawson" userId="d125fe8d-cf94-4d08-8d83-368c03548c23" providerId="ADAL" clId="{4201522F-BA85-53C0-B5FB-D74E9F5E0C69}" dt="2026-10-13T15:03:37.382" v="4171" actId="20577"/>
          <ac:spMkLst>
            <pc:docMk/>
            <pc:sldMk cId="2241361316" sldId="272"/>
            <ac:spMk id="2" creationId="{3185CE23-7C1E-1EB8-E89D-D678DC59EB9F}"/>
          </ac:spMkLst>
        </pc:spChg>
        <pc:spChg chg="mod">
          <ac:chgData name="Peter Lawson" userId="d125fe8d-cf94-4d08-8d83-368c03548c23" providerId="ADAL" clId="{4201522F-BA85-53C0-B5FB-D74E9F5E0C69}" dt="2026-10-13T15:04:55.609" v="4183" actId="20577"/>
          <ac:spMkLst>
            <pc:docMk/>
            <pc:sldMk cId="2241361316" sldId="272"/>
            <ac:spMk id="5" creationId="{FFCCE131-0CF8-DEAC-F52A-E676EB4B983E}"/>
          </ac:spMkLst>
        </pc:spChg>
        <pc:spChg chg="add mod">
          <ac:chgData name="Peter Lawson" userId="d125fe8d-cf94-4d08-8d83-368c03548c23" providerId="ADAL" clId="{4201522F-BA85-53C0-B5FB-D74E9F5E0C69}" dt="2026-10-13T15:02:49.798" v="4076" actId="767"/>
          <ac:spMkLst>
            <pc:docMk/>
            <pc:sldMk cId="2241361316" sldId="272"/>
            <ac:spMk id="6" creationId="{2ACF9343-1547-445B-2EB3-91558AD17E7A}"/>
          </ac:spMkLst>
        </pc:spChg>
        <pc:picChg chg="add del mod">
          <ac:chgData name="Peter Lawson" userId="d125fe8d-cf94-4d08-8d83-368c03548c23" providerId="ADAL" clId="{4201522F-BA85-53C0-B5FB-D74E9F5E0C69}" dt="2026-10-13T15:00:25.295" v="4039" actId="478"/>
          <ac:picMkLst>
            <pc:docMk/>
            <pc:sldMk cId="2241361316" sldId="272"/>
            <ac:picMk id="3" creationId="{45747B47-DB43-EAE6-042F-F3F8B592623B}"/>
          </ac:picMkLst>
        </pc:picChg>
        <pc:picChg chg="add mod modCrop">
          <ac:chgData name="Peter Lawson" userId="d125fe8d-cf94-4d08-8d83-368c03548c23" providerId="ADAL" clId="{4201522F-BA85-53C0-B5FB-D74E9F5E0C69}" dt="2026-10-13T15:02:50.177" v="4077" actId="732"/>
          <ac:picMkLst>
            <pc:docMk/>
            <pc:sldMk cId="2241361316" sldId="272"/>
            <ac:picMk id="4" creationId="{66880E5C-04F2-D60A-3A50-F913338B3D77}"/>
          </ac:picMkLst>
        </pc:picChg>
      </pc:sldChg>
      <pc:sldChg chg="modSp add del mod">
        <pc:chgData name="Peter Lawson" userId="d125fe8d-cf94-4d08-8d83-368c03548c23" providerId="ADAL" clId="{4201522F-BA85-53C0-B5FB-D74E9F5E0C69}" dt="2026-10-13T14:31:37.579" v="3702" actId="2696"/>
        <pc:sldMkLst>
          <pc:docMk/>
          <pc:sldMk cId="634574142" sldId="273"/>
        </pc:sldMkLst>
      </pc:sldChg>
      <pc:sldChg chg="addSp delSp modSp new mod ord modClrScheme chgLayout modNotesTx">
        <pc:chgData name="Peter Lawson" userId="d125fe8d-cf94-4d08-8d83-368c03548c23" providerId="ADAL" clId="{4201522F-BA85-53C0-B5FB-D74E9F5E0C69}" dt="2026-10-13T14:23:46.243" v="3700" actId="20578"/>
        <pc:sldMkLst>
          <pc:docMk/>
          <pc:sldMk cId="4224291084" sldId="274"/>
        </pc:sldMkLst>
        <pc:spChg chg="mod ord">
          <ac:chgData name="Peter Lawson" userId="d125fe8d-cf94-4d08-8d83-368c03548c23" providerId="ADAL" clId="{4201522F-BA85-53C0-B5FB-D74E9F5E0C69}" dt="2026-10-12T19:28:11.406" v="2846" actId="1035"/>
          <ac:spMkLst>
            <pc:docMk/>
            <pc:sldMk cId="4224291084" sldId="274"/>
            <ac:spMk id="2" creationId="{503ABE08-73B1-CD47-52B3-11C751E611D4}"/>
          </ac:spMkLst>
        </pc:spChg>
        <pc:spChg chg="del">
          <ac:chgData name="Peter Lawson" userId="d125fe8d-cf94-4d08-8d83-368c03548c23" providerId="ADAL" clId="{4201522F-BA85-53C0-B5FB-D74E9F5E0C69}" dt="2026-10-12T18:34:59.997" v="1865" actId="478"/>
          <ac:spMkLst>
            <pc:docMk/>
            <pc:sldMk cId="4224291084" sldId="274"/>
            <ac:spMk id="3" creationId="{00D4CEC7-ABF2-E3A9-3E67-145DAD67F8BC}"/>
          </ac:spMkLst>
        </pc:spChg>
        <pc:spChg chg="add del mod ord">
          <ac:chgData name="Peter Lawson" userId="d125fe8d-cf94-4d08-8d83-368c03548c23" providerId="ADAL" clId="{4201522F-BA85-53C0-B5FB-D74E9F5E0C69}" dt="2026-10-12T18:35:52.288" v="1871" actId="478"/>
          <ac:spMkLst>
            <pc:docMk/>
            <pc:sldMk cId="4224291084" sldId="274"/>
            <ac:spMk id="4" creationId="{178CBB4C-5E37-D4AA-E5FC-76E015AD819F}"/>
          </ac:spMkLst>
        </pc:spChg>
        <pc:spChg chg="add del mod ord">
          <ac:chgData name="Peter Lawson" userId="d125fe8d-cf94-4d08-8d83-368c03548c23" providerId="ADAL" clId="{4201522F-BA85-53C0-B5FB-D74E9F5E0C69}" dt="2026-10-12T20:37:35.056" v="3207" actId="255"/>
          <ac:spMkLst>
            <pc:docMk/>
            <pc:sldMk cId="4224291084" sldId="274"/>
            <ac:spMk id="5" creationId="{21167D4E-F913-3F5D-214D-27E847A0BE4E}"/>
          </ac:spMkLst>
        </pc:spChg>
        <pc:spChg chg="add mod">
          <ac:chgData name="Peter Lawson" userId="d125fe8d-cf94-4d08-8d83-368c03548c23" providerId="ADAL" clId="{4201522F-BA85-53C0-B5FB-D74E9F5E0C69}" dt="2026-10-12T18:44:03.233" v="1943" actId="20577"/>
          <ac:spMkLst>
            <pc:docMk/>
            <pc:sldMk cId="4224291084" sldId="274"/>
            <ac:spMk id="10" creationId="{C31EE230-E3E6-35AB-8920-02177B027B51}"/>
          </ac:spMkLst>
        </pc:spChg>
        <pc:grpChg chg="add mod">
          <ac:chgData name="Peter Lawson" userId="d125fe8d-cf94-4d08-8d83-368c03548c23" providerId="ADAL" clId="{4201522F-BA85-53C0-B5FB-D74E9F5E0C69}" dt="2026-10-12T18:35:56.141" v="1872" actId="1076"/>
          <ac:grpSpMkLst>
            <pc:docMk/>
            <pc:sldMk cId="4224291084" sldId="274"/>
            <ac:grpSpMk id="6" creationId="{52954688-8CEE-7440-4F7A-E2006F83A9CB}"/>
          </ac:grpSpMkLst>
        </pc:grpChg>
        <pc:picChg chg="mod">
          <ac:chgData name="Peter Lawson" userId="d125fe8d-cf94-4d08-8d83-368c03548c23" providerId="ADAL" clId="{4201522F-BA85-53C0-B5FB-D74E9F5E0C69}" dt="2026-10-12T18:35:40.005" v="1868"/>
          <ac:picMkLst>
            <pc:docMk/>
            <pc:sldMk cId="4224291084" sldId="274"/>
            <ac:picMk id="7" creationId="{0E6590D4-94F5-F368-CA3B-F5711289DAA5}"/>
          </ac:picMkLst>
        </pc:picChg>
        <pc:picChg chg="mod">
          <ac:chgData name="Peter Lawson" userId="d125fe8d-cf94-4d08-8d83-368c03548c23" providerId="ADAL" clId="{4201522F-BA85-53C0-B5FB-D74E9F5E0C69}" dt="2026-10-12T18:35:40.005" v="1868"/>
          <ac:picMkLst>
            <pc:docMk/>
            <pc:sldMk cId="4224291084" sldId="274"/>
            <ac:picMk id="8" creationId="{0D481AB8-CF92-6E6A-89FA-BF4D2D4AD275}"/>
          </ac:picMkLst>
        </pc:picChg>
        <pc:picChg chg="add del mod">
          <ac:chgData name="Peter Lawson" userId="d125fe8d-cf94-4d08-8d83-368c03548c23" providerId="ADAL" clId="{4201522F-BA85-53C0-B5FB-D74E9F5E0C69}" dt="2026-10-12T18:35:46.068" v="1869" actId="478"/>
          <ac:picMkLst>
            <pc:docMk/>
            <pc:sldMk cId="4224291084" sldId="274"/>
            <ac:picMk id="9" creationId="{AFBCA6CB-8D80-6CB4-6533-CCA5C6D5CEB2}"/>
          </ac:picMkLst>
        </pc:picChg>
      </pc:sldChg>
      <pc:sldChg chg="addSp delSp modSp add mod ord">
        <pc:chgData name="Peter Lawson" userId="d125fe8d-cf94-4d08-8d83-368c03548c23" providerId="ADAL" clId="{4201522F-BA85-53C0-B5FB-D74E9F5E0C69}" dt="2026-10-13T14:23:46.243" v="3700" actId="20578"/>
        <pc:sldMkLst>
          <pc:docMk/>
          <pc:sldMk cId="4070907702" sldId="275"/>
        </pc:sldMkLst>
        <pc:spChg chg="mod">
          <ac:chgData name="Peter Lawson" userId="d125fe8d-cf94-4d08-8d83-368c03548c23" providerId="ADAL" clId="{4201522F-BA85-53C0-B5FB-D74E9F5E0C69}" dt="2026-10-12T19:28:17.257" v="2851" actId="1035"/>
          <ac:spMkLst>
            <pc:docMk/>
            <pc:sldMk cId="4070907702" sldId="275"/>
            <ac:spMk id="2" creationId="{68AD80C6-0323-0C4B-C602-F85BE401C845}"/>
          </ac:spMkLst>
        </pc:spChg>
        <pc:spChg chg="del mod">
          <ac:chgData name="Peter Lawson" userId="d125fe8d-cf94-4d08-8d83-368c03548c23" providerId="ADAL" clId="{4201522F-BA85-53C0-B5FB-D74E9F5E0C69}" dt="2026-10-12T18:45:35.318" v="1997" actId="478"/>
          <ac:spMkLst>
            <pc:docMk/>
            <pc:sldMk cId="4070907702" sldId="275"/>
            <ac:spMk id="5" creationId="{89A80F67-EDE9-99A8-DD7D-DA4391E69CBF}"/>
          </ac:spMkLst>
        </pc:spChg>
        <pc:spChg chg="add mod">
          <ac:chgData name="Peter Lawson" userId="d125fe8d-cf94-4d08-8d83-368c03548c23" providerId="ADAL" clId="{4201522F-BA85-53C0-B5FB-D74E9F5E0C69}" dt="2026-10-12T20:49:50.666" v="3227" actId="255"/>
          <ac:spMkLst>
            <pc:docMk/>
            <pc:sldMk cId="4070907702" sldId="275"/>
            <ac:spMk id="9" creationId="{79646114-AD1D-D343-9C7D-B04608BBBC22}"/>
          </ac:spMkLst>
        </pc:spChg>
        <pc:grpChg chg="del mod">
          <ac:chgData name="Peter Lawson" userId="d125fe8d-cf94-4d08-8d83-368c03548c23" providerId="ADAL" clId="{4201522F-BA85-53C0-B5FB-D74E9F5E0C69}" dt="2026-10-12T18:44:21.289" v="1946" actId="478"/>
          <ac:grpSpMkLst>
            <pc:docMk/>
            <pc:sldMk cId="4070907702" sldId="275"/>
            <ac:grpSpMk id="6" creationId="{790F95DD-A9C2-94B0-5D92-EE58F80B0677}"/>
          </ac:grpSpMkLst>
        </pc:grpChg>
        <pc:picChg chg="add mod">
          <ac:chgData name="Peter Lawson" userId="d125fe8d-cf94-4d08-8d83-368c03548c23" providerId="ADAL" clId="{4201522F-BA85-53C0-B5FB-D74E9F5E0C69}" dt="2026-10-12T19:12:13.513" v="2459" actId="1076"/>
          <ac:picMkLst>
            <pc:docMk/>
            <pc:sldMk cId="4070907702" sldId="275"/>
            <ac:picMk id="3" creationId="{A2B56313-D119-6D80-6976-9F54C2E524D1}"/>
          </ac:picMkLst>
        </pc:picChg>
      </pc:sldChg>
      <pc:sldChg chg="addSp modSp new mod">
        <pc:chgData name="Peter Lawson" userId="d125fe8d-cf94-4d08-8d83-368c03548c23" providerId="ADAL" clId="{4201522F-BA85-53C0-B5FB-D74E9F5E0C69}" dt="2026-10-13T16:45:40.373" v="5196"/>
        <pc:sldMkLst>
          <pc:docMk/>
          <pc:sldMk cId="3760427108" sldId="276"/>
        </pc:sldMkLst>
        <pc:spChg chg="mod">
          <ac:chgData name="Peter Lawson" userId="d125fe8d-cf94-4d08-8d83-368c03548c23" providerId="ADAL" clId="{4201522F-BA85-53C0-B5FB-D74E9F5E0C69}" dt="2026-10-12T20:35:24.984" v="3201" actId="20577"/>
          <ac:spMkLst>
            <pc:docMk/>
            <pc:sldMk cId="3760427108" sldId="276"/>
            <ac:spMk id="2" creationId="{5EB45605-DF8C-37C3-6029-30708F58E003}"/>
          </ac:spMkLst>
        </pc:spChg>
        <pc:spChg chg="mod">
          <ac:chgData name="Peter Lawson" userId="d125fe8d-cf94-4d08-8d83-368c03548c23" providerId="ADAL" clId="{4201522F-BA85-53C0-B5FB-D74E9F5E0C69}" dt="2026-10-12T20:35:30.758" v="3205" actId="20577"/>
          <ac:spMkLst>
            <pc:docMk/>
            <pc:sldMk cId="3760427108" sldId="276"/>
            <ac:spMk id="3" creationId="{62B38AF1-883E-9643-009B-7DD5A66D9C46}"/>
          </ac:spMkLst>
        </pc:spChg>
        <pc:spChg chg="add mod">
          <ac:chgData name="Peter Lawson" userId="d125fe8d-cf94-4d08-8d83-368c03548c23" providerId="ADAL" clId="{4201522F-BA85-53C0-B5FB-D74E9F5E0C69}" dt="2026-10-13T16:45:40.373" v="5196"/>
          <ac:spMkLst>
            <pc:docMk/>
            <pc:sldMk cId="3760427108" sldId="276"/>
            <ac:spMk id="4" creationId="{F7919420-B8EB-83E3-C2E9-F046280196C7}"/>
          </ac:spMkLst>
        </pc:spChg>
      </pc:sldChg>
      <pc:sldChg chg="addSp delSp modSp new mod modClrScheme chgLayout modNotesTx">
        <pc:chgData name="Peter Lawson" userId="d125fe8d-cf94-4d08-8d83-368c03548c23" providerId="ADAL" clId="{4201522F-BA85-53C0-B5FB-D74E9F5E0C69}" dt="2026-10-12T20:50:09.351" v="3233" actId="255"/>
        <pc:sldMkLst>
          <pc:docMk/>
          <pc:sldMk cId="688545794" sldId="277"/>
        </pc:sldMkLst>
        <pc:spChg chg="del mod ord">
          <ac:chgData name="Peter Lawson" userId="d125fe8d-cf94-4d08-8d83-368c03548c23" providerId="ADAL" clId="{4201522F-BA85-53C0-B5FB-D74E9F5E0C69}" dt="2026-10-12T20:06:05.378" v="2936" actId="700"/>
          <ac:spMkLst>
            <pc:docMk/>
            <pc:sldMk cId="688545794" sldId="277"/>
            <ac:spMk id="2" creationId="{C6E3D3E2-FDDC-AEA4-4D02-C427C90B030A}"/>
          </ac:spMkLst>
        </pc:spChg>
        <pc:spChg chg="del mod ord">
          <ac:chgData name="Peter Lawson" userId="d125fe8d-cf94-4d08-8d83-368c03548c23" providerId="ADAL" clId="{4201522F-BA85-53C0-B5FB-D74E9F5E0C69}" dt="2026-10-12T20:06:05.378" v="2936" actId="700"/>
          <ac:spMkLst>
            <pc:docMk/>
            <pc:sldMk cId="688545794" sldId="277"/>
            <ac:spMk id="3" creationId="{9D847D32-1BE4-16F2-F99C-48C29C6882B5}"/>
          </ac:spMkLst>
        </pc:spChg>
        <pc:spChg chg="add mod ord">
          <ac:chgData name="Peter Lawson" userId="d125fe8d-cf94-4d08-8d83-368c03548c23" providerId="ADAL" clId="{4201522F-BA85-53C0-B5FB-D74E9F5E0C69}" dt="2026-10-12T20:50:09.351" v="3233" actId="255"/>
          <ac:spMkLst>
            <pc:docMk/>
            <pc:sldMk cId="688545794" sldId="277"/>
            <ac:spMk id="4" creationId="{14014A8F-4AE8-4540-EA3B-EE61FCE6D70B}"/>
          </ac:spMkLst>
        </pc:spChg>
        <pc:spChg chg="add mod ord">
          <ac:chgData name="Peter Lawson" userId="d125fe8d-cf94-4d08-8d83-368c03548c23" providerId="ADAL" clId="{4201522F-BA85-53C0-B5FB-D74E9F5E0C69}" dt="2026-10-12T20:13:46.722" v="2985" actId="207"/>
          <ac:spMkLst>
            <pc:docMk/>
            <pc:sldMk cId="688545794" sldId="277"/>
            <ac:spMk id="5" creationId="{EB6E6E0C-7976-2C72-5D83-85CFBC7B662D}"/>
          </ac:spMkLst>
        </pc:spChg>
        <pc:spChg chg="add del mod ord">
          <ac:chgData name="Peter Lawson" userId="d125fe8d-cf94-4d08-8d83-368c03548c23" providerId="ADAL" clId="{4201522F-BA85-53C0-B5FB-D74E9F5E0C69}" dt="2026-10-12T20:06:49.790" v="2937" actId="478"/>
          <ac:spMkLst>
            <pc:docMk/>
            <pc:sldMk cId="688545794" sldId="277"/>
            <ac:spMk id="6" creationId="{D777D9A6-3394-18BC-6559-1BF3E2C8168A}"/>
          </ac:spMkLst>
        </pc:spChg>
        <pc:spChg chg="add mod">
          <ac:chgData name="Peter Lawson" userId="d125fe8d-cf94-4d08-8d83-368c03548c23" providerId="ADAL" clId="{4201522F-BA85-53C0-B5FB-D74E9F5E0C69}" dt="2026-10-12T20:12:12.950" v="2979" actId="20577"/>
          <ac:spMkLst>
            <pc:docMk/>
            <pc:sldMk cId="688545794" sldId="277"/>
            <ac:spMk id="8" creationId="{BF0483A2-E0D7-08E5-D579-B651CADD6142}"/>
          </ac:spMkLst>
        </pc:spChg>
        <pc:picChg chg="add mod modCrop">
          <ac:chgData name="Peter Lawson" userId="d125fe8d-cf94-4d08-8d83-368c03548c23" providerId="ADAL" clId="{4201522F-BA85-53C0-B5FB-D74E9F5E0C69}" dt="2026-10-12T20:10:18.463" v="2973" actId="1076"/>
          <ac:picMkLst>
            <pc:docMk/>
            <pc:sldMk cId="688545794" sldId="277"/>
            <ac:picMk id="7" creationId="{EC51DC38-CE57-3892-9920-ED1E43D2DFFB}"/>
          </ac:picMkLst>
        </pc:picChg>
      </pc:sldChg>
      <pc:sldChg chg="addSp delSp modSp add mod">
        <pc:chgData name="Peter Lawson" userId="d125fe8d-cf94-4d08-8d83-368c03548c23" providerId="ADAL" clId="{4201522F-BA85-53C0-B5FB-D74E9F5E0C69}" dt="2026-10-12T20:50:24.173" v="3236"/>
        <pc:sldMkLst>
          <pc:docMk/>
          <pc:sldMk cId="867143706" sldId="278"/>
        </pc:sldMkLst>
        <pc:spChg chg="add mod">
          <ac:chgData name="Peter Lawson" userId="d125fe8d-cf94-4d08-8d83-368c03548c23" providerId="ADAL" clId="{4201522F-BA85-53C0-B5FB-D74E9F5E0C69}" dt="2026-10-12T20:20:22.990" v="3032" actId="207"/>
          <ac:spMkLst>
            <pc:docMk/>
            <pc:sldMk cId="867143706" sldId="278"/>
            <ac:spMk id="2" creationId="{69E46100-3D03-B086-B212-2FCA26014024}"/>
          </ac:spMkLst>
        </pc:spChg>
        <pc:spChg chg="add mod">
          <ac:chgData name="Peter Lawson" userId="d125fe8d-cf94-4d08-8d83-368c03548c23" providerId="ADAL" clId="{4201522F-BA85-53C0-B5FB-D74E9F5E0C69}" dt="2026-10-12T20:22:21.128" v="3038" actId="1076"/>
          <ac:spMkLst>
            <pc:docMk/>
            <pc:sldMk cId="867143706" sldId="278"/>
            <ac:spMk id="3" creationId="{A538854D-9272-962A-5597-3F9EA0325049}"/>
          </ac:spMkLst>
        </pc:spChg>
        <pc:spChg chg="del">
          <ac:chgData name="Peter Lawson" userId="d125fe8d-cf94-4d08-8d83-368c03548c23" providerId="ADAL" clId="{4201522F-BA85-53C0-B5FB-D74E9F5E0C69}" dt="2026-10-12T20:50:21.339" v="3234" actId="478"/>
          <ac:spMkLst>
            <pc:docMk/>
            <pc:sldMk cId="867143706" sldId="278"/>
            <ac:spMk id="4" creationId="{09DDBD68-49F0-865C-BF61-2233E9F78E6E}"/>
          </ac:spMkLst>
        </pc:spChg>
        <pc:spChg chg="add mod">
          <ac:chgData name="Peter Lawson" userId="d125fe8d-cf94-4d08-8d83-368c03548c23" providerId="ADAL" clId="{4201522F-BA85-53C0-B5FB-D74E9F5E0C69}" dt="2026-10-12T20:19:59.694" v="3030" actId="207"/>
          <ac:spMkLst>
            <pc:docMk/>
            <pc:sldMk cId="867143706" sldId="278"/>
            <ac:spMk id="6" creationId="{C0900728-5246-0306-E15D-E8BC90EFFEBE}"/>
          </ac:spMkLst>
        </pc:spChg>
        <pc:spChg chg="add del mod">
          <ac:chgData name="Peter Lawson" userId="d125fe8d-cf94-4d08-8d83-368c03548c23" providerId="ADAL" clId="{4201522F-BA85-53C0-B5FB-D74E9F5E0C69}" dt="2026-10-12T20:50:23.681" v="3235" actId="478"/>
          <ac:spMkLst>
            <pc:docMk/>
            <pc:sldMk cId="867143706" sldId="278"/>
            <ac:spMk id="10" creationId="{D30DBA10-6E7E-BADE-1EAB-1DC069B143F4}"/>
          </ac:spMkLst>
        </pc:spChg>
        <pc:spChg chg="add mod">
          <ac:chgData name="Peter Lawson" userId="d125fe8d-cf94-4d08-8d83-368c03548c23" providerId="ADAL" clId="{4201522F-BA85-53C0-B5FB-D74E9F5E0C69}" dt="2026-10-12T20:50:24.173" v="3236"/>
          <ac:spMkLst>
            <pc:docMk/>
            <pc:sldMk cId="867143706" sldId="278"/>
            <ac:spMk id="11" creationId="{9F76714C-400D-35EA-0C6E-61B9A409FE92}"/>
          </ac:spMkLst>
        </pc:spChg>
        <pc:picChg chg="mod">
          <ac:chgData name="Peter Lawson" userId="d125fe8d-cf94-4d08-8d83-368c03548c23" providerId="ADAL" clId="{4201522F-BA85-53C0-B5FB-D74E9F5E0C69}" dt="2026-10-12T20:22:16.102" v="3037" actId="1076"/>
          <ac:picMkLst>
            <pc:docMk/>
            <pc:sldMk cId="867143706" sldId="278"/>
            <ac:picMk id="7" creationId="{BBDDE2F6-C06B-C313-F31F-E48E1D0D18CC}"/>
          </ac:picMkLst>
        </pc:picChg>
      </pc:sldChg>
      <pc:sldChg chg="addSp delSp modSp add mod">
        <pc:chgData name="Peter Lawson" userId="d125fe8d-cf94-4d08-8d83-368c03548c23" providerId="ADAL" clId="{4201522F-BA85-53C0-B5FB-D74E9F5E0C69}" dt="2026-10-12T20:50:33.075" v="3239"/>
        <pc:sldMkLst>
          <pc:docMk/>
          <pc:sldMk cId="3818610579" sldId="279"/>
        </pc:sldMkLst>
        <pc:spChg chg="del">
          <ac:chgData name="Peter Lawson" userId="d125fe8d-cf94-4d08-8d83-368c03548c23" providerId="ADAL" clId="{4201522F-BA85-53C0-B5FB-D74E9F5E0C69}" dt="2026-10-12T20:26:46.886" v="3116" actId="478"/>
          <ac:spMkLst>
            <pc:docMk/>
            <pc:sldMk cId="3818610579" sldId="279"/>
            <ac:spMk id="2" creationId="{A3E3B9EF-D7B4-A5C5-2F19-617D10FA3D7F}"/>
          </ac:spMkLst>
        </pc:spChg>
        <pc:spChg chg="add del mod">
          <ac:chgData name="Peter Lawson" userId="d125fe8d-cf94-4d08-8d83-368c03548c23" providerId="ADAL" clId="{4201522F-BA85-53C0-B5FB-D74E9F5E0C69}" dt="2026-10-12T20:50:32.672" v="3238" actId="478"/>
          <ac:spMkLst>
            <pc:docMk/>
            <pc:sldMk cId="3818610579" sldId="279"/>
            <ac:spMk id="3" creationId="{6412A900-6273-9E38-1A64-E04B1765630E}"/>
          </ac:spMkLst>
        </pc:spChg>
        <pc:spChg chg="del">
          <ac:chgData name="Peter Lawson" userId="d125fe8d-cf94-4d08-8d83-368c03548c23" providerId="ADAL" clId="{4201522F-BA85-53C0-B5FB-D74E9F5E0C69}" dt="2026-10-12T20:26:52.058" v="3117" actId="478"/>
          <ac:spMkLst>
            <pc:docMk/>
            <pc:sldMk cId="3818610579" sldId="279"/>
            <ac:spMk id="3" creationId="{F68D0646-00EA-01B1-C5B4-73982D02A300}"/>
          </ac:spMkLst>
        </pc:spChg>
        <pc:spChg chg="del">
          <ac:chgData name="Peter Lawson" userId="d125fe8d-cf94-4d08-8d83-368c03548c23" providerId="ADAL" clId="{4201522F-BA85-53C0-B5FB-D74E9F5E0C69}" dt="2026-10-12T20:50:30.917" v="3237" actId="478"/>
          <ac:spMkLst>
            <pc:docMk/>
            <pc:sldMk cId="3818610579" sldId="279"/>
            <ac:spMk id="4" creationId="{445EFB3E-4F92-EA74-5699-34138D83AAB6}"/>
          </ac:spMkLst>
        </pc:spChg>
        <pc:spChg chg="add mod">
          <ac:chgData name="Peter Lawson" userId="d125fe8d-cf94-4d08-8d83-368c03548c23" providerId="ADAL" clId="{4201522F-BA85-53C0-B5FB-D74E9F5E0C69}" dt="2026-10-12T20:50:33.075" v="3239"/>
          <ac:spMkLst>
            <pc:docMk/>
            <pc:sldMk cId="3818610579" sldId="279"/>
            <ac:spMk id="6" creationId="{E68C4883-C102-9E9B-0701-143C929C4D94}"/>
          </ac:spMkLst>
        </pc:spChg>
        <pc:spChg chg="del">
          <ac:chgData name="Peter Lawson" userId="d125fe8d-cf94-4d08-8d83-368c03548c23" providerId="ADAL" clId="{4201522F-BA85-53C0-B5FB-D74E9F5E0C69}" dt="2026-10-12T20:26:38.320" v="3115" actId="478"/>
          <ac:spMkLst>
            <pc:docMk/>
            <pc:sldMk cId="3818610579" sldId="279"/>
            <ac:spMk id="6" creationId="{F65189B7-78DA-E092-6D01-189C3514AE13}"/>
          </ac:spMkLst>
        </pc:spChg>
        <pc:picChg chg="del">
          <ac:chgData name="Peter Lawson" userId="d125fe8d-cf94-4d08-8d83-368c03548c23" providerId="ADAL" clId="{4201522F-BA85-53C0-B5FB-D74E9F5E0C69}" dt="2026-10-12T20:25:04.412" v="3041" actId="478"/>
          <ac:picMkLst>
            <pc:docMk/>
            <pc:sldMk cId="3818610579" sldId="279"/>
            <ac:picMk id="7" creationId="{E8010B50-66C4-1C0F-B339-DAA8779F3652}"/>
          </ac:picMkLst>
        </pc:picChg>
        <pc:picChg chg="add mod modCrop">
          <ac:chgData name="Peter Lawson" userId="d125fe8d-cf94-4d08-8d83-368c03548c23" providerId="ADAL" clId="{4201522F-BA85-53C0-B5FB-D74E9F5E0C69}" dt="2026-10-12T20:26:25.833" v="3114" actId="732"/>
          <ac:picMkLst>
            <pc:docMk/>
            <pc:sldMk cId="3818610579" sldId="279"/>
            <ac:picMk id="9" creationId="{74196E5D-D99F-A179-81A3-6B49F36AA0E1}"/>
          </ac:picMkLst>
        </pc:picChg>
      </pc:sldChg>
      <pc:sldChg chg="add del">
        <pc:chgData name="Peter Lawson" userId="d125fe8d-cf94-4d08-8d83-368c03548c23" providerId="ADAL" clId="{4201522F-BA85-53C0-B5FB-D74E9F5E0C69}" dt="2026-10-12T20:27:04.499" v="3119" actId="2696"/>
        <pc:sldMkLst>
          <pc:docMk/>
          <pc:sldMk cId="1352129405" sldId="280"/>
        </pc:sldMkLst>
      </pc:sldChg>
      <pc:sldChg chg="addSp delSp modSp add mod">
        <pc:chgData name="Peter Lawson" userId="d125fe8d-cf94-4d08-8d83-368c03548c23" providerId="ADAL" clId="{4201522F-BA85-53C0-B5FB-D74E9F5E0C69}" dt="2026-10-12T20:50:41.729" v="3242"/>
        <pc:sldMkLst>
          <pc:docMk/>
          <pc:sldMk cId="754858179" sldId="281"/>
        </pc:sldMkLst>
        <pc:spChg chg="add mod">
          <ac:chgData name="Peter Lawson" userId="d125fe8d-cf94-4d08-8d83-368c03548c23" providerId="ADAL" clId="{4201522F-BA85-53C0-B5FB-D74E9F5E0C69}" dt="2026-10-12T20:31:07.623" v="3146" actId="1076"/>
          <ac:spMkLst>
            <pc:docMk/>
            <pc:sldMk cId="754858179" sldId="281"/>
            <ac:spMk id="2" creationId="{90DBC4EA-1F29-3381-7480-272833D27CE1}"/>
          </ac:spMkLst>
        </pc:spChg>
        <pc:spChg chg="add mod">
          <ac:chgData name="Peter Lawson" userId="d125fe8d-cf94-4d08-8d83-368c03548c23" providerId="ADAL" clId="{4201522F-BA85-53C0-B5FB-D74E9F5E0C69}" dt="2026-10-12T20:31:11.012" v="3147" actId="1076"/>
          <ac:spMkLst>
            <pc:docMk/>
            <pc:sldMk cId="754858179" sldId="281"/>
            <ac:spMk id="3" creationId="{315DC191-7AB8-C2F4-A414-87CE2B2B5EAA}"/>
          </ac:spMkLst>
        </pc:spChg>
        <pc:spChg chg="del">
          <ac:chgData name="Peter Lawson" userId="d125fe8d-cf94-4d08-8d83-368c03548c23" providerId="ADAL" clId="{4201522F-BA85-53C0-B5FB-D74E9F5E0C69}" dt="2026-10-12T20:50:39.351" v="3240" actId="478"/>
          <ac:spMkLst>
            <pc:docMk/>
            <pc:sldMk cId="754858179" sldId="281"/>
            <ac:spMk id="4" creationId="{2FD307A8-3217-3BBD-14AE-72F1DBFD5997}"/>
          </ac:spMkLst>
        </pc:spChg>
        <pc:spChg chg="add mod">
          <ac:chgData name="Peter Lawson" userId="d125fe8d-cf94-4d08-8d83-368c03548c23" providerId="ADAL" clId="{4201522F-BA85-53C0-B5FB-D74E9F5E0C69}" dt="2026-10-12T20:31:04.536" v="3145" actId="1076"/>
          <ac:spMkLst>
            <pc:docMk/>
            <pc:sldMk cId="754858179" sldId="281"/>
            <ac:spMk id="6" creationId="{F220293B-4B20-5817-7E62-1183500781E5}"/>
          </ac:spMkLst>
        </pc:spChg>
        <pc:spChg chg="add del mod">
          <ac:chgData name="Peter Lawson" userId="d125fe8d-cf94-4d08-8d83-368c03548c23" providerId="ADAL" clId="{4201522F-BA85-53C0-B5FB-D74E9F5E0C69}" dt="2026-10-12T20:50:41.285" v="3241" actId="478"/>
          <ac:spMkLst>
            <pc:docMk/>
            <pc:sldMk cId="754858179" sldId="281"/>
            <ac:spMk id="10" creationId="{83CB8E56-B0BD-933F-52CD-D1F61B315469}"/>
          </ac:spMkLst>
        </pc:spChg>
        <pc:spChg chg="add mod">
          <ac:chgData name="Peter Lawson" userId="d125fe8d-cf94-4d08-8d83-368c03548c23" providerId="ADAL" clId="{4201522F-BA85-53C0-B5FB-D74E9F5E0C69}" dt="2026-10-12T20:50:41.729" v="3242"/>
          <ac:spMkLst>
            <pc:docMk/>
            <pc:sldMk cId="754858179" sldId="281"/>
            <ac:spMk id="11" creationId="{B5AA878E-CA49-CF7A-EAFB-B2AAE3FA5016}"/>
          </ac:spMkLst>
        </pc:spChg>
        <pc:picChg chg="add mod">
          <ac:chgData name="Peter Lawson" userId="d125fe8d-cf94-4d08-8d83-368c03548c23" providerId="ADAL" clId="{4201522F-BA85-53C0-B5FB-D74E9F5E0C69}" dt="2026-10-12T20:30:55.288" v="3144" actId="167"/>
          <ac:picMkLst>
            <pc:docMk/>
            <pc:sldMk cId="754858179" sldId="281"/>
            <ac:picMk id="7" creationId="{9CE4AB39-47D7-950D-853B-07330F4D6611}"/>
          </ac:picMkLst>
        </pc:picChg>
        <pc:picChg chg="del mod">
          <ac:chgData name="Peter Lawson" userId="d125fe8d-cf94-4d08-8d83-368c03548c23" providerId="ADAL" clId="{4201522F-BA85-53C0-B5FB-D74E9F5E0C69}" dt="2026-10-12T20:30:42.382" v="3142" actId="478"/>
          <ac:picMkLst>
            <pc:docMk/>
            <pc:sldMk cId="754858179" sldId="281"/>
            <ac:picMk id="9" creationId="{13CF38A3-AB25-A6A8-4F34-E22DA5A7B1DE}"/>
          </ac:picMkLst>
        </pc:picChg>
      </pc:sldChg>
      <pc:sldChg chg="addSp delSp modSp new del mod modClrScheme chgLayout">
        <pc:chgData name="Peter Lawson" userId="d125fe8d-cf94-4d08-8d83-368c03548c23" providerId="ADAL" clId="{4201522F-BA85-53C0-B5FB-D74E9F5E0C69}" dt="2026-10-13T15:26:47.286" v="4216" actId="2696"/>
        <pc:sldMkLst>
          <pc:docMk/>
          <pc:sldMk cId="2068060222" sldId="282"/>
        </pc:sldMkLst>
        <pc:spChg chg="mod ord">
          <ac:chgData name="Peter Lawson" userId="d125fe8d-cf94-4d08-8d83-368c03548c23" providerId="ADAL" clId="{4201522F-BA85-53C0-B5FB-D74E9F5E0C69}" dt="2026-10-12T21:27:42.856" v="3255" actId="700"/>
          <ac:spMkLst>
            <pc:docMk/>
            <pc:sldMk cId="2068060222" sldId="282"/>
            <ac:spMk id="2" creationId="{AE1CB488-F3EB-E8A3-8686-6B5C393AF8C0}"/>
          </ac:spMkLst>
        </pc:spChg>
        <pc:spChg chg="del mod ord">
          <ac:chgData name="Peter Lawson" userId="d125fe8d-cf94-4d08-8d83-368c03548c23" providerId="ADAL" clId="{4201522F-BA85-53C0-B5FB-D74E9F5E0C69}" dt="2026-10-12T21:27:28.262" v="3254" actId="700"/>
          <ac:spMkLst>
            <pc:docMk/>
            <pc:sldMk cId="2068060222" sldId="282"/>
            <ac:spMk id="3" creationId="{EDDF4509-7057-9E8A-E26E-7489B714D73C}"/>
          </ac:spMkLst>
        </pc:spChg>
        <pc:spChg chg="add del mod ord">
          <ac:chgData name="Peter Lawson" userId="d125fe8d-cf94-4d08-8d83-368c03548c23" providerId="ADAL" clId="{4201522F-BA85-53C0-B5FB-D74E9F5E0C69}" dt="2026-10-12T21:27:42.856" v="3255" actId="700"/>
          <ac:spMkLst>
            <pc:docMk/>
            <pc:sldMk cId="2068060222" sldId="282"/>
            <ac:spMk id="4" creationId="{895386F0-7856-DC99-69F0-62CF66A830A2}"/>
          </ac:spMkLst>
        </pc:spChg>
        <pc:spChg chg="add del mod ord">
          <ac:chgData name="Peter Lawson" userId="d125fe8d-cf94-4d08-8d83-368c03548c23" providerId="ADAL" clId="{4201522F-BA85-53C0-B5FB-D74E9F5E0C69}" dt="2026-10-12T21:27:42.856" v="3255" actId="700"/>
          <ac:spMkLst>
            <pc:docMk/>
            <pc:sldMk cId="2068060222" sldId="282"/>
            <ac:spMk id="5" creationId="{105C6F43-71A2-7E1C-3C6F-8D8E49AA6782}"/>
          </ac:spMkLst>
        </pc:spChg>
        <pc:spChg chg="add del mod ord">
          <ac:chgData name="Peter Lawson" userId="d125fe8d-cf94-4d08-8d83-368c03548c23" providerId="ADAL" clId="{4201522F-BA85-53C0-B5FB-D74E9F5E0C69}" dt="2026-10-12T21:28:29.184" v="3257" actId="478"/>
          <ac:spMkLst>
            <pc:docMk/>
            <pc:sldMk cId="2068060222" sldId="282"/>
            <ac:spMk id="6" creationId="{66232F53-F38F-F81D-F7F0-1DCDD9B26933}"/>
          </ac:spMkLst>
        </pc:spChg>
        <pc:spChg chg="add del mod ord">
          <ac:chgData name="Peter Lawson" userId="d125fe8d-cf94-4d08-8d83-368c03548c23" providerId="ADAL" clId="{4201522F-BA85-53C0-B5FB-D74E9F5E0C69}" dt="2026-10-12T21:28:32.446" v="3258" actId="478"/>
          <ac:spMkLst>
            <pc:docMk/>
            <pc:sldMk cId="2068060222" sldId="282"/>
            <ac:spMk id="7" creationId="{E61251B6-DE58-2111-EB8C-56DB2A4EF2E6}"/>
          </ac:spMkLst>
        </pc:spChg>
        <pc:picChg chg="add mod">
          <ac:chgData name="Peter Lawson" userId="d125fe8d-cf94-4d08-8d83-368c03548c23" providerId="ADAL" clId="{4201522F-BA85-53C0-B5FB-D74E9F5E0C69}" dt="2026-10-13T15:22:56.774" v="4199" actId="1076"/>
          <ac:picMkLst>
            <pc:docMk/>
            <pc:sldMk cId="2068060222" sldId="282"/>
            <ac:picMk id="3" creationId="{C35BE469-4ADF-E61A-43A2-D4B1B01540BB}"/>
          </ac:picMkLst>
        </pc:picChg>
        <pc:picChg chg="add del mod">
          <ac:chgData name="Peter Lawson" userId="d125fe8d-cf94-4d08-8d83-368c03548c23" providerId="ADAL" clId="{4201522F-BA85-53C0-B5FB-D74E9F5E0C69}" dt="2026-10-13T15:22:22.727" v="4191" actId="478"/>
          <ac:picMkLst>
            <pc:docMk/>
            <pc:sldMk cId="2068060222" sldId="282"/>
            <ac:picMk id="8" creationId="{A83B5476-434E-5049-5080-ADE9F7AB8CCB}"/>
          </ac:picMkLst>
        </pc:picChg>
      </pc:sldChg>
      <pc:sldChg chg="addSp delSp modSp add mod">
        <pc:chgData name="Peter Lawson" userId="d125fe8d-cf94-4d08-8d83-368c03548c23" providerId="ADAL" clId="{4201522F-BA85-53C0-B5FB-D74E9F5E0C69}" dt="2026-10-13T16:45:40.373" v="5196"/>
        <pc:sldMkLst>
          <pc:docMk/>
          <pc:sldMk cId="2374016949" sldId="283"/>
        </pc:sldMkLst>
        <pc:spChg chg="mod">
          <ac:chgData name="Peter Lawson" userId="d125fe8d-cf94-4d08-8d83-368c03548c23" providerId="ADAL" clId="{4201522F-BA85-53C0-B5FB-D74E9F5E0C69}" dt="2026-10-13T15:26:41.891" v="4215" actId="20577"/>
          <ac:spMkLst>
            <pc:docMk/>
            <pc:sldMk cId="2374016949" sldId="283"/>
            <ac:spMk id="2" creationId="{9560B827-69BD-4716-BD0C-739B4F6C28EF}"/>
          </ac:spMkLst>
        </pc:spChg>
        <pc:spChg chg="add mod">
          <ac:chgData name="Peter Lawson" userId="d125fe8d-cf94-4d08-8d83-368c03548c23" providerId="ADAL" clId="{4201522F-BA85-53C0-B5FB-D74E9F5E0C69}" dt="2026-10-12T21:35:47.927" v="3390" actId="1076"/>
          <ac:spMkLst>
            <pc:docMk/>
            <pc:sldMk cId="2374016949" sldId="283"/>
            <ac:spMk id="5" creationId="{65F8F220-48AC-8FF1-5BB0-DBCCBD57A351}"/>
          </ac:spMkLst>
        </pc:spChg>
        <pc:spChg chg="del">
          <ac:chgData name="Peter Lawson" userId="d125fe8d-cf94-4d08-8d83-368c03548c23" providerId="ADAL" clId="{4201522F-BA85-53C0-B5FB-D74E9F5E0C69}" dt="2026-10-12T21:28:49.556" v="3262" actId="478"/>
          <ac:spMkLst>
            <pc:docMk/>
            <pc:sldMk cId="2374016949" sldId="283"/>
            <ac:spMk id="6" creationId="{52B54C6E-0C68-0911-3E44-730A6DD979E1}"/>
          </ac:spMkLst>
        </pc:spChg>
        <pc:spChg chg="add mod">
          <ac:chgData name="Peter Lawson" userId="d125fe8d-cf94-4d08-8d83-368c03548c23" providerId="ADAL" clId="{4201522F-BA85-53C0-B5FB-D74E9F5E0C69}" dt="2026-10-13T16:45:40.373" v="5196"/>
          <ac:spMkLst>
            <pc:docMk/>
            <pc:sldMk cId="2374016949" sldId="283"/>
            <ac:spMk id="6" creationId="{F988E460-8EEF-31B1-142A-F3E636035A95}"/>
          </ac:spMkLst>
        </pc:spChg>
        <pc:spChg chg="del">
          <ac:chgData name="Peter Lawson" userId="d125fe8d-cf94-4d08-8d83-368c03548c23" providerId="ADAL" clId="{4201522F-BA85-53C0-B5FB-D74E9F5E0C69}" dt="2026-10-12T21:31:05.600" v="3266" actId="478"/>
          <ac:spMkLst>
            <pc:docMk/>
            <pc:sldMk cId="2374016949" sldId="283"/>
            <ac:spMk id="7" creationId="{252F729B-D67A-927E-ABF8-11A6878A1814}"/>
          </ac:spMkLst>
        </pc:spChg>
        <pc:spChg chg="add mod">
          <ac:chgData name="Peter Lawson" userId="d125fe8d-cf94-4d08-8d83-368c03548c23" providerId="ADAL" clId="{4201522F-BA85-53C0-B5FB-D74E9F5E0C69}" dt="2026-10-12T21:36:20.903" v="3397" actId="1076"/>
          <ac:spMkLst>
            <pc:docMk/>
            <pc:sldMk cId="2374016949" sldId="283"/>
            <ac:spMk id="9" creationId="{D26BDE92-BB1D-FA46-8724-C5E53B271BE2}"/>
          </ac:spMkLst>
        </pc:spChg>
        <pc:spChg chg="add mod">
          <ac:chgData name="Peter Lawson" userId="d125fe8d-cf94-4d08-8d83-368c03548c23" providerId="ADAL" clId="{4201522F-BA85-53C0-B5FB-D74E9F5E0C69}" dt="2026-10-12T21:35:42.720" v="3389" actId="1076"/>
          <ac:spMkLst>
            <pc:docMk/>
            <pc:sldMk cId="2374016949" sldId="283"/>
            <ac:spMk id="10" creationId="{F74005F0-F030-C6C7-E260-E08FD896E631}"/>
          </ac:spMkLst>
        </pc:spChg>
        <pc:picChg chg="add mod">
          <ac:chgData name="Peter Lawson" userId="d125fe8d-cf94-4d08-8d83-368c03548c23" providerId="ADAL" clId="{4201522F-BA85-53C0-B5FB-D74E9F5E0C69}" dt="2026-10-12T21:36:27.970" v="3399" actId="1076"/>
          <ac:picMkLst>
            <pc:docMk/>
            <pc:sldMk cId="2374016949" sldId="283"/>
            <ac:picMk id="3" creationId="{CC696B4F-5D3C-410B-53AE-0F4F60DA53C3}"/>
          </ac:picMkLst>
        </pc:picChg>
        <pc:picChg chg="add mod modCrop">
          <ac:chgData name="Peter Lawson" userId="d125fe8d-cf94-4d08-8d83-368c03548c23" providerId="ADAL" clId="{4201522F-BA85-53C0-B5FB-D74E9F5E0C69}" dt="2026-10-12T21:36:15.613" v="3396" actId="1076"/>
          <ac:picMkLst>
            <pc:docMk/>
            <pc:sldMk cId="2374016949" sldId="283"/>
            <ac:picMk id="4" creationId="{E1A3E78E-E8E7-658D-762A-364EFC9939BE}"/>
          </ac:picMkLst>
        </pc:picChg>
        <pc:cxnChg chg="add mod">
          <ac:chgData name="Peter Lawson" userId="d125fe8d-cf94-4d08-8d83-368c03548c23" providerId="ADAL" clId="{4201522F-BA85-53C0-B5FB-D74E9F5E0C69}" dt="2026-10-12T21:36:04.428" v="3393" actId="1076"/>
          <ac:cxnSpMkLst>
            <pc:docMk/>
            <pc:sldMk cId="2374016949" sldId="283"/>
            <ac:cxnSpMk id="11" creationId="{E3FA2D9C-296C-79C2-F52D-AC1EC164CDE6}"/>
          </ac:cxnSpMkLst>
        </pc:cxnChg>
        <pc:cxnChg chg="add mod">
          <ac:chgData name="Peter Lawson" userId="d125fe8d-cf94-4d08-8d83-368c03548c23" providerId="ADAL" clId="{4201522F-BA85-53C0-B5FB-D74E9F5E0C69}" dt="2026-10-12T21:36:10.885" v="3395" actId="1076"/>
          <ac:cxnSpMkLst>
            <pc:docMk/>
            <pc:sldMk cId="2374016949" sldId="283"/>
            <ac:cxnSpMk id="12" creationId="{DF18D8B9-6C46-0DAB-8064-4AF1C0239A48}"/>
          </ac:cxnSpMkLst>
        </pc:cxnChg>
      </pc:sldChg>
      <pc:sldChg chg="addSp delSp modSp add mod ord">
        <pc:chgData name="Peter Lawson" userId="d125fe8d-cf94-4d08-8d83-368c03548c23" providerId="ADAL" clId="{4201522F-BA85-53C0-B5FB-D74E9F5E0C69}" dt="2026-10-13T16:45:40.373" v="5196"/>
        <pc:sldMkLst>
          <pc:docMk/>
          <pc:sldMk cId="1835510182" sldId="284"/>
        </pc:sldMkLst>
        <pc:spChg chg="mod">
          <ac:chgData name="Peter Lawson" userId="d125fe8d-cf94-4d08-8d83-368c03548c23" providerId="ADAL" clId="{4201522F-BA85-53C0-B5FB-D74E9F5E0C69}" dt="2026-10-13T13:20:23.689" v="3571" actId="207"/>
          <ac:spMkLst>
            <pc:docMk/>
            <pc:sldMk cId="1835510182" sldId="284"/>
            <ac:spMk id="2" creationId="{7670B82A-8E94-2FD1-A60D-2CDED0334BD0}"/>
          </ac:spMkLst>
        </pc:spChg>
        <pc:spChg chg="add mod">
          <ac:chgData name="Peter Lawson" userId="d125fe8d-cf94-4d08-8d83-368c03548c23" providerId="ADAL" clId="{4201522F-BA85-53C0-B5FB-D74E9F5E0C69}" dt="2026-10-13T16:45:40.373" v="5196"/>
          <ac:spMkLst>
            <pc:docMk/>
            <pc:sldMk cId="1835510182" sldId="284"/>
            <ac:spMk id="3" creationId="{554C4641-199F-AF24-6629-2BC3CCAF6D52}"/>
          </ac:spMkLst>
        </pc:spChg>
        <pc:spChg chg="del">
          <ac:chgData name="Peter Lawson" userId="d125fe8d-cf94-4d08-8d83-368c03548c23" providerId="ADAL" clId="{4201522F-BA85-53C0-B5FB-D74E9F5E0C69}" dt="2026-10-13T13:13:33.181" v="3479" actId="478"/>
          <ac:spMkLst>
            <pc:docMk/>
            <pc:sldMk cId="1835510182" sldId="284"/>
            <ac:spMk id="3" creationId="{C4BDF810-63A6-5B01-E898-E60A127C9C57}"/>
          </ac:spMkLst>
        </pc:spChg>
        <pc:spChg chg="add del mod">
          <ac:chgData name="Peter Lawson" userId="d125fe8d-cf94-4d08-8d83-368c03548c23" providerId="ADAL" clId="{4201522F-BA85-53C0-B5FB-D74E9F5E0C69}" dt="2026-10-13T13:13:37.941" v="3480" actId="478"/>
          <ac:spMkLst>
            <pc:docMk/>
            <pc:sldMk cId="1835510182" sldId="284"/>
            <ac:spMk id="6" creationId="{247B3999-DE2B-F815-2839-1E019C0401F2}"/>
          </ac:spMkLst>
        </pc:spChg>
        <pc:spChg chg="add del mod">
          <ac:chgData name="Peter Lawson" userId="d125fe8d-cf94-4d08-8d83-368c03548c23" providerId="ADAL" clId="{4201522F-BA85-53C0-B5FB-D74E9F5E0C69}" dt="2026-10-13T13:20:25.769" v="3572" actId="478"/>
          <ac:spMkLst>
            <pc:docMk/>
            <pc:sldMk cId="1835510182" sldId="284"/>
            <ac:spMk id="7" creationId="{EE622984-2553-1DBC-4690-3B8DBFB97D86}"/>
          </ac:spMkLst>
        </pc:spChg>
      </pc:sldChg>
      <pc:sldChg chg="addSp delSp modSp new mod">
        <pc:chgData name="Peter Lawson" userId="d125fe8d-cf94-4d08-8d83-368c03548c23" providerId="ADAL" clId="{4201522F-BA85-53C0-B5FB-D74E9F5E0C69}" dt="2026-10-13T16:45:40.373" v="5196"/>
        <pc:sldMkLst>
          <pc:docMk/>
          <pc:sldMk cId="3155769726" sldId="285"/>
        </pc:sldMkLst>
        <pc:spChg chg="add mod">
          <ac:chgData name="Peter Lawson" userId="d125fe8d-cf94-4d08-8d83-368c03548c23" providerId="ADAL" clId="{4201522F-BA85-53C0-B5FB-D74E9F5E0C69}" dt="2026-10-13T16:45:40.373" v="5196"/>
          <ac:spMkLst>
            <pc:docMk/>
            <pc:sldMk cId="3155769726" sldId="285"/>
            <ac:spMk id="2" creationId="{465FFAFE-8497-9A41-8238-9484E100E9ED}"/>
          </ac:spMkLst>
        </pc:spChg>
        <pc:spChg chg="del">
          <ac:chgData name="Peter Lawson" userId="d125fe8d-cf94-4d08-8d83-368c03548c23" providerId="ADAL" clId="{4201522F-BA85-53C0-B5FB-D74E9F5E0C69}" dt="2026-10-13T13:15:41.082" v="3547" actId="478"/>
          <ac:spMkLst>
            <pc:docMk/>
            <pc:sldMk cId="3155769726" sldId="285"/>
            <ac:spMk id="2" creationId="{713357D2-390D-87C7-6679-7694BED93A21}"/>
          </ac:spMkLst>
        </pc:spChg>
        <pc:spChg chg="del">
          <ac:chgData name="Peter Lawson" userId="d125fe8d-cf94-4d08-8d83-368c03548c23" providerId="ADAL" clId="{4201522F-BA85-53C0-B5FB-D74E9F5E0C69}" dt="2026-10-13T13:15:43.884" v="3548" actId="478"/>
          <ac:spMkLst>
            <pc:docMk/>
            <pc:sldMk cId="3155769726" sldId="285"/>
            <ac:spMk id="3" creationId="{C68CE135-5D12-F1DE-21C5-FEDA489F0B7F}"/>
          </ac:spMkLst>
        </pc:spChg>
        <pc:spChg chg="add del mod">
          <ac:chgData name="Peter Lawson" userId="d125fe8d-cf94-4d08-8d83-368c03548c23" providerId="ADAL" clId="{4201522F-BA85-53C0-B5FB-D74E9F5E0C69}" dt="2026-10-13T13:17:35.322" v="3561" actId="478"/>
          <ac:spMkLst>
            <pc:docMk/>
            <pc:sldMk cId="3155769726" sldId="285"/>
            <ac:spMk id="4" creationId="{912EA05B-5443-2B02-AA09-756A2899E1BA}"/>
          </ac:spMkLst>
        </pc:spChg>
        <pc:spChg chg="add mod">
          <ac:chgData name="Peter Lawson" userId="d125fe8d-cf94-4d08-8d83-368c03548c23" providerId="ADAL" clId="{4201522F-BA85-53C0-B5FB-D74E9F5E0C69}" dt="2026-10-13T13:17:48.647" v="3563" actId="1076"/>
          <ac:spMkLst>
            <pc:docMk/>
            <pc:sldMk cId="3155769726" sldId="285"/>
            <ac:spMk id="5" creationId="{E48D5254-4F4B-677F-C6E3-E7DB9B597E3E}"/>
          </ac:spMkLst>
        </pc:spChg>
      </pc:sldChg>
      <pc:sldChg chg="addSp delSp modSp new mod">
        <pc:chgData name="Peter Lawson" userId="d125fe8d-cf94-4d08-8d83-368c03548c23" providerId="ADAL" clId="{4201522F-BA85-53C0-B5FB-D74E9F5E0C69}" dt="2026-10-13T16:45:40.373" v="5196"/>
        <pc:sldMkLst>
          <pc:docMk/>
          <pc:sldMk cId="521736192" sldId="286"/>
        </pc:sldMkLst>
        <pc:spChg chg="del">
          <ac:chgData name="Peter Lawson" userId="d125fe8d-cf94-4d08-8d83-368c03548c23" providerId="ADAL" clId="{4201522F-BA85-53C0-B5FB-D74E9F5E0C69}" dt="2026-10-13T13:18:10.508" v="3565" actId="478"/>
          <ac:spMkLst>
            <pc:docMk/>
            <pc:sldMk cId="521736192" sldId="286"/>
            <ac:spMk id="2" creationId="{58FEE9D7-0DAF-746B-EF36-E1FB812328C0}"/>
          </ac:spMkLst>
        </pc:spChg>
        <pc:spChg chg="add mod">
          <ac:chgData name="Peter Lawson" userId="d125fe8d-cf94-4d08-8d83-368c03548c23" providerId="ADAL" clId="{4201522F-BA85-53C0-B5FB-D74E9F5E0C69}" dt="2026-10-13T16:45:40.373" v="5196"/>
          <ac:spMkLst>
            <pc:docMk/>
            <pc:sldMk cId="521736192" sldId="286"/>
            <ac:spMk id="2" creationId="{AD827525-EA41-DBA6-8A16-3545300ED7F5}"/>
          </ac:spMkLst>
        </pc:spChg>
        <pc:spChg chg="del">
          <ac:chgData name="Peter Lawson" userId="d125fe8d-cf94-4d08-8d83-368c03548c23" providerId="ADAL" clId="{4201522F-BA85-53C0-B5FB-D74E9F5E0C69}" dt="2026-10-13T13:18:13.050" v="3566" actId="478"/>
          <ac:spMkLst>
            <pc:docMk/>
            <pc:sldMk cId="521736192" sldId="286"/>
            <ac:spMk id="3" creationId="{20971FC8-EED0-D44A-41B8-5139E1C898F6}"/>
          </ac:spMkLst>
        </pc:spChg>
        <pc:spChg chg="add mod">
          <ac:chgData name="Peter Lawson" userId="d125fe8d-cf94-4d08-8d83-368c03548c23" providerId="ADAL" clId="{4201522F-BA85-53C0-B5FB-D74E9F5E0C69}" dt="2026-10-13T13:21:32.027" v="3583" actId="207"/>
          <ac:spMkLst>
            <pc:docMk/>
            <pc:sldMk cId="521736192" sldId="286"/>
            <ac:spMk id="4" creationId="{B55517C3-A681-D669-F270-01012E0FA397}"/>
          </ac:spMkLst>
        </pc:spChg>
      </pc:sldChg>
      <pc:sldChg chg="addSp delSp modSp new mod">
        <pc:chgData name="Peter Lawson" userId="d125fe8d-cf94-4d08-8d83-368c03548c23" providerId="ADAL" clId="{4201522F-BA85-53C0-B5FB-D74E9F5E0C69}" dt="2026-10-13T13:44:15.877" v="3621"/>
        <pc:sldMkLst>
          <pc:docMk/>
          <pc:sldMk cId="435345969" sldId="287"/>
        </pc:sldMkLst>
        <pc:spChg chg="mod">
          <ac:chgData name="Peter Lawson" userId="d125fe8d-cf94-4d08-8d83-368c03548c23" providerId="ADAL" clId="{4201522F-BA85-53C0-B5FB-D74E9F5E0C69}" dt="2026-10-13T13:41:55.174" v="3608" actId="20577"/>
          <ac:spMkLst>
            <pc:docMk/>
            <pc:sldMk cId="435345969" sldId="287"/>
            <ac:spMk id="2" creationId="{A1359130-34A4-D339-973A-35EB9C120E4E}"/>
          </ac:spMkLst>
        </pc:spChg>
        <pc:spChg chg="del">
          <ac:chgData name="Peter Lawson" userId="d125fe8d-cf94-4d08-8d83-368c03548c23" providerId="ADAL" clId="{4201522F-BA85-53C0-B5FB-D74E9F5E0C69}" dt="2026-10-13T13:41:58.585" v="3609" actId="478"/>
          <ac:spMkLst>
            <pc:docMk/>
            <pc:sldMk cId="435345969" sldId="287"/>
            <ac:spMk id="3" creationId="{4C614CF3-66D8-A667-502A-DF31EEFA5D15}"/>
          </ac:spMkLst>
        </pc:spChg>
        <pc:spChg chg="add mod">
          <ac:chgData name="Peter Lawson" userId="d125fe8d-cf94-4d08-8d83-368c03548c23" providerId="ADAL" clId="{4201522F-BA85-53C0-B5FB-D74E9F5E0C69}" dt="2026-10-13T13:44:07.554" v="3620" actId="120"/>
          <ac:spMkLst>
            <pc:docMk/>
            <pc:sldMk cId="435345969" sldId="287"/>
            <ac:spMk id="4" creationId="{F4FEA548-47D0-17DB-AE71-C9ABC28CBD1E}"/>
          </ac:spMkLst>
        </pc:spChg>
        <pc:picChg chg="add mod">
          <ac:chgData name="Peter Lawson" userId="d125fe8d-cf94-4d08-8d83-368c03548c23" providerId="ADAL" clId="{4201522F-BA85-53C0-B5FB-D74E9F5E0C69}" dt="2026-10-13T13:44:15.877" v="3621"/>
          <ac:picMkLst>
            <pc:docMk/>
            <pc:sldMk cId="435345969" sldId="287"/>
            <ac:picMk id="5" creationId="{0E0F7467-3042-0F21-FDAA-D380F15ECF4C}"/>
          </ac:picMkLst>
        </pc:picChg>
      </pc:sldChg>
      <pc:sldChg chg="addSp delSp modSp new mod">
        <pc:chgData name="Peter Lawson" userId="d125fe8d-cf94-4d08-8d83-368c03548c23" providerId="ADAL" clId="{4201522F-BA85-53C0-B5FB-D74E9F5E0C69}" dt="2026-10-13T13:48:08.690" v="3695" actId="1076"/>
        <pc:sldMkLst>
          <pc:docMk/>
          <pc:sldMk cId="1706240626" sldId="288"/>
        </pc:sldMkLst>
        <pc:spChg chg="mod">
          <ac:chgData name="Peter Lawson" userId="d125fe8d-cf94-4d08-8d83-368c03548c23" providerId="ADAL" clId="{4201522F-BA85-53C0-B5FB-D74E9F5E0C69}" dt="2026-10-13T13:46:35.168" v="3669" actId="207"/>
          <ac:spMkLst>
            <pc:docMk/>
            <pc:sldMk cId="1706240626" sldId="288"/>
            <ac:spMk id="2" creationId="{813589F0-9EC2-BB4C-DD0F-8B72B79E4F75}"/>
          </ac:spMkLst>
        </pc:spChg>
        <pc:spChg chg="del">
          <ac:chgData name="Peter Lawson" userId="d125fe8d-cf94-4d08-8d83-368c03548c23" providerId="ADAL" clId="{4201522F-BA85-53C0-B5FB-D74E9F5E0C69}" dt="2026-10-13T13:46:01.552" v="3664" actId="478"/>
          <ac:spMkLst>
            <pc:docMk/>
            <pc:sldMk cId="1706240626" sldId="288"/>
            <ac:spMk id="3" creationId="{A2283F59-D30E-C3C2-3432-B538734E1A76}"/>
          </ac:spMkLst>
        </pc:spChg>
        <pc:spChg chg="add mod">
          <ac:chgData name="Peter Lawson" userId="d125fe8d-cf94-4d08-8d83-368c03548c23" providerId="ADAL" clId="{4201522F-BA85-53C0-B5FB-D74E9F5E0C69}" dt="2026-10-13T13:45:45.779" v="3663" actId="20577"/>
          <ac:spMkLst>
            <pc:docMk/>
            <pc:sldMk cId="1706240626" sldId="288"/>
            <ac:spMk id="4" creationId="{529AC032-A4AB-19E4-2E55-37DB467E3D51}"/>
          </ac:spMkLst>
        </pc:spChg>
        <pc:picChg chg="add mod">
          <ac:chgData name="Peter Lawson" userId="d125fe8d-cf94-4d08-8d83-368c03548c23" providerId="ADAL" clId="{4201522F-BA85-53C0-B5FB-D74E9F5E0C69}" dt="2026-10-13T13:48:08.690" v="3695" actId="1076"/>
          <ac:picMkLst>
            <pc:docMk/>
            <pc:sldMk cId="1706240626" sldId="288"/>
            <ac:picMk id="5" creationId="{8A0010CD-4D65-633C-23FE-FE3A4AF6AED6}"/>
          </ac:picMkLst>
        </pc:picChg>
      </pc:sldChg>
      <pc:sldChg chg="new del">
        <pc:chgData name="Peter Lawson" userId="d125fe8d-cf94-4d08-8d83-368c03548c23" providerId="ADAL" clId="{4201522F-BA85-53C0-B5FB-D74E9F5E0C69}" dt="2026-10-13T14:23:50.046" v="3701" actId="2696"/>
        <pc:sldMkLst>
          <pc:docMk/>
          <pc:sldMk cId="3354939019" sldId="289"/>
        </pc:sldMkLst>
      </pc:sldChg>
      <pc:sldChg chg="addSp delSp modSp add mod">
        <pc:chgData name="Peter Lawson" userId="d125fe8d-cf94-4d08-8d83-368c03548c23" providerId="ADAL" clId="{4201522F-BA85-53C0-B5FB-D74E9F5E0C69}" dt="2026-10-13T13:47:15.232" v="3676" actId="1076"/>
        <pc:sldMkLst>
          <pc:docMk/>
          <pc:sldMk cId="1033381333" sldId="290"/>
        </pc:sldMkLst>
        <pc:picChg chg="add mod">
          <ac:chgData name="Peter Lawson" userId="d125fe8d-cf94-4d08-8d83-368c03548c23" providerId="ADAL" clId="{4201522F-BA85-53C0-B5FB-D74E9F5E0C69}" dt="2026-10-13T13:47:15.232" v="3676" actId="1076"/>
          <ac:picMkLst>
            <pc:docMk/>
            <pc:sldMk cId="1033381333" sldId="290"/>
            <ac:picMk id="3" creationId="{EB4A79E2-A44D-9036-073A-43115569EACB}"/>
          </ac:picMkLst>
        </pc:picChg>
        <pc:picChg chg="del">
          <ac:chgData name="Peter Lawson" userId="d125fe8d-cf94-4d08-8d83-368c03548c23" providerId="ADAL" clId="{4201522F-BA85-53C0-B5FB-D74E9F5E0C69}" dt="2026-10-13T13:46:48.810" v="3671" actId="478"/>
          <ac:picMkLst>
            <pc:docMk/>
            <pc:sldMk cId="1033381333" sldId="290"/>
            <ac:picMk id="5" creationId="{2DA67409-A82F-9681-9FE0-82D5A968D062}"/>
          </ac:picMkLst>
        </pc:picChg>
      </pc:sldChg>
      <pc:sldChg chg="addSp delSp modSp add mod">
        <pc:chgData name="Peter Lawson" userId="d125fe8d-cf94-4d08-8d83-368c03548c23" providerId="ADAL" clId="{4201522F-BA85-53C0-B5FB-D74E9F5E0C69}" dt="2026-10-13T13:47:52.270" v="3692" actId="1076"/>
        <pc:sldMkLst>
          <pc:docMk/>
          <pc:sldMk cId="3365277977" sldId="291"/>
        </pc:sldMkLst>
        <pc:spChg chg="mod">
          <ac:chgData name="Peter Lawson" userId="d125fe8d-cf94-4d08-8d83-368c03548c23" providerId="ADAL" clId="{4201522F-BA85-53C0-B5FB-D74E9F5E0C69}" dt="2026-10-13T13:47:37.320" v="3689" actId="20577"/>
          <ac:spMkLst>
            <pc:docMk/>
            <pc:sldMk cId="3365277977" sldId="291"/>
            <ac:spMk id="2" creationId="{2E0CFA97-616F-FC3B-9A36-B09F25DFB7C6}"/>
          </ac:spMkLst>
        </pc:spChg>
        <pc:picChg chg="del">
          <ac:chgData name="Peter Lawson" userId="d125fe8d-cf94-4d08-8d83-368c03548c23" providerId="ADAL" clId="{4201522F-BA85-53C0-B5FB-D74E9F5E0C69}" dt="2026-10-13T13:47:39.470" v="3690" actId="478"/>
          <ac:picMkLst>
            <pc:docMk/>
            <pc:sldMk cId="3365277977" sldId="291"/>
            <ac:picMk id="3" creationId="{82FC6AB7-D4ED-82D0-7485-FA055C28F536}"/>
          </ac:picMkLst>
        </pc:picChg>
        <pc:picChg chg="add mod">
          <ac:chgData name="Peter Lawson" userId="d125fe8d-cf94-4d08-8d83-368c03548c23" providerId="ADAL" clId="{4201522F-BA85-53C0-B5FB-D74E9F5E0C69}" dt="2026-10-13T13:47:52.270" v="3692" actId="1076"/>
          <ac:picMkLst>
            <pc:docMk/>
            <pc:sldMk cId="3365277977" sldId="291"/>
            <ac:picMk id="5" creationId="{BB12E2BF-DA59-552F-F86F-A7EB0DFC486B}"/>
          </ac:picMkLst>
        </pc:picChg>
      </pc:sldChg>
      <pc:sldChg chg="addSp delSp modSp add mod">
        <pc:chgData name="Peter Lawson" userId="d125fe8d-cf94-4d08-8d83-368c03548c23" providerId="ADAL" clId="{4201522F-BA85-53C0-B5FB-D74E9F5E0C69}" dt="2026-10-13T14:23:34.284" v="3699"/>
        <pc:sldMkLst>
          <pc:docMk/>
          <pc:sldMk cId="1603537634" sldId="292"/>
        </pc:sldMkLst>
        <pc:spChg chg="del">
          <ac:chgData name="Peter Lawson" userId="d125fe8d-cf94-4d08-8d83-368c03548c23" providerId="ADAL" clId="{4201522F-BA85-53C0-B5FB-D74E9F5E0C69}" dt="2026-10-13T14:23:33.882" v="3698" actId="478"/>
          <ac:spMkLst>
            <pc:docMk/>
            <pc:sldMk cId="1603537634" sldId="292"/>
            <ac:spMk id="4" creationId="{AC3A495E-688A-3778-4415-DB09F255EA57}"/>
          </ac:spMkLst>
        </pc:spChg>
        <pc:spChg chg="add mod">
          <ac:chgData name="Peter Lawson" userId="d125fe8d-cf94-4d08-8d83-368c03548c23" providerId="ADAL" clId="{4201522F-BA85-53C0-B5FB-D74E9F5E0C69}" dt="2026-10-13T14:23:34.284" v="3699"/>
          <ac:spMkLst>
            <pc:docMk/>
            <pc:sldMk cId="1603537634" sldId="292"/>
            <ac:spMk id="6" creationId="{472D228B-9ADD-0443-600C-2C2EE6D55C2F}"/>
          </ac:spMkLst>
        </pc:spChg>
      </pc:sldChg>
      <pc:sldChg chg="add ord">
        <pc:chgData name="Peter Lawson" userId="d125fe8d-cf94-4d08-8d83-368c03548c23" providerId="ADAL" clId="{4201522F-BA85-53C0-B5FB-D74E9F5E0C69}" dt="2026-10-13T16:26:15.175" v="4875" actId="20578"/>
        <pc:sldMkLst>
          <pc:docMk/>
          <pc:sldMk cId="1726915082" sldId="293"/>
        </pc:sldMkLst>
      </pc:sldChg>
      <pc:sldChg chg="addSp modSp add mod">
        <pc:chgData name="Peter Lawson" userId="d125fe8d-cf94-4d08-8d83-368c03548c23" providerId="ADAL" clId="{4201522F-BA85-53C0-B5FB-D74E9F5E0C69}" dt="2026-10-13T16:45:40.373" v="5196"/>
        <pc:sldMkLst>
          <pc:docMk/>
          <pc:sldMk cId="1744552097" sldId="440"/>
        </pc:sldMkLst>
        <pc:spChg chg="mod">
          <ac:chgData name="Peter Lawson" userId="d125fe8d-cf94-4d08-8d83-368c03548c23" providerId="ADAL" clId="{4201522F-BA85-53C0-B5FB-D74E9F5E0C69}" dt="2026-10-13T16:20:05.428" v="4828" actId="2711"/>
          <ac:spMkLst>
            <pc:docMk/>
            <pc:sldMk cId="1744552097" sldId="440"/>
            <ac:spMk id="2" creationId="{09DF9C27-5AF4-4C30-8CA1-4CD706C49995}"/>
          </ac:spMkLst>
        </pc:spChg>
        <pc:spChg chg="mod">
          <ac:chgData name="Peter Lawson" userId="d125fe8d-cf94-4d08-8d83-368c03548c23" providerId="ADAL" clId="{4201522F-BA85-53C0-B5FB-D74E9F5E0C69}" dt="2026-10-13T16:24:51.402" v="4874" actId="20577"/>
          <ac:spMkLst>
            <pc:docMk/>
            <pc:sldMk cId="1744552097" sldId="440"/>
            <ac:spMk id="3" creationId="{E085D014-C663-474F-BC58-FF3A34BF9FCE}"/>
          </ac:spMkLst>
        </pc:spChg>
        <pc:spChg chg="add mod">
          <ac:chgData name="Peter Lawson" userId="d125fe8d-cf94-4d08-8d83-368c03548c23" providerId="ADAL" clId="{4201522F-BA85-53C0-B5FB-D74E9F5E0C69}" dt="2026-10-13T16:45:40.373" v="5196"/>
          <ac:spMkLst>
            <pc:docMk/>
            <pc:sldMk cId="1744552097" sldId="440"/>
            <ac:spMk id="4" creationId="{5A6198A0-53AF-FD23-9D9F-3DA230B3037B}"/>
          </ac:spMkLst>
        </pc:spChg>
        <pc:cxnChg chg="mod">
          <ac:chgData name="Peter Lawson" userId="d125fe8d-cf94-4d08-8d83-368c03548c23" providerId="ADAL" clId="{4201522F-BA85-53C0-B5FB-D74E9F5E0C69}" dt="2026-10-13T16:20:53.991" v="4834" actId="208"/>
          <ac:cxnSpMkLst>
            <pc:docMk/>
            <pc:sldMk cId="1744552097" sldId="440"/>
            <ac:cxnSpMk id="5" creationId="{2875AD2F-DAA4-4B80-80AE-9FFD4B52333C}"/>
          </ac:cxnSpMkLst>
        </pc:cxnChg>
      </pc:sldChg>
      <pc:sldChg chg="addSp delSp modSp add del mod">
        <pc:chgData name="Peter Lawson" userId="d125fe8d-cf94-4d08-8d83-368c03548c23" providerId="ADAL" clId="{4201522F-BA85-53C0-B5FB-D74E9F5E0C69}" dt="2026-10-13T16:45:40.373" v="5196"/>
        <pc:sldMkLst>
          <pc:docMk/>
          <pc:sldMk cId="4134207410" sldId="576"/>
        </pc:sldMkLst>
        <pc:spChg chg="del">
          <ac:chgData name="Peter Lawson" userId="d125fe8d-cf94-4d08-8d83-368c03548c23" providerId="ADAL" clId="{4201522F-BA85-53C0-B5FB-D74E9F5E0C69}" dt="2026-10-13T16:21:44.933" v="4838" actId="478"/>
          <ac:spMkLst>
            <pc:docMk/>
            <pc:sldMk cId="4134207410" sldId="576"/>
            <ac:spMk id="2" creationId="{EC067DB4-AB3F-4AA3-B446-2E29A33887EF}"/>
          </ac:spMkLst>
        </pc:spChg>
        <pc:spChg chg="add mod">
          <ac:chgData name="Peter Lawson" userId="d125fe8d-cf94-4d08-8d83-368c03548c23" providerId="ADAL" clId="{4201522F-BA85-53C0-B5FB-D74E9F5E0C69}" dt="2026-10-13T16:21:56.263" v="4857" actId="6549"/>
          <ac:spMkLst>
            <pc:docMk/>
            <pc:sldMk cId="4134207410" sldId="576"/>
            <ac:spMk id="3" creationId="{F2451433-6747-7DF1-BC31-2B87D167430A}"/>
          </ac:spMkLst>
        </pc:spChg>
        <pc:spChg chg="add del">
          <ac:chgData name="Peter Lawson" userId="d125fe8d-cf94-4d08-8d83-368c03548c23" providerId="ADAL" clId="{4201522F-BA85-53C0-B5FB-D74E9F5E0C69}" dt="2026-10-13T16:22:02.023" v="4858" actId="478"/>
          <ac:spMkLst>
            <pc:docMk/>
            <pc:sldMk cId="4134207410" sldId="576"/>
            <ac:spMk id="5" creationId="{F14C9E64-C6B0-3310-A047-1A09F7A2A126}"/>
          </ac:spMkLst>
        </pc:spChg>
        <pc:spChg chg="add mod">
          <ac:chgData name="Peter Lawson" userId="d125fe8d-cf94-4d08-8d83-368c03548c23" providerId="ADAL" clId="{4201522F-BA85-53C0-B5FB-D74E9F5E0C69}" dt="2026-10-13T16:45:40.373" v="5196"/>
          <ac:spMkLst>
            <pc:docMk/>
            <pc:sldMk cId="4134207410" sldId="576"/>
            <ac:spMk id="6" creationId="{82DEC47D-981C-49B8-D777-AEC175E75AF3}"/>
          </ac:spMkLst>
        </pc:spChg>
        <pc:spChg chg="mod">
          <ac:chgData name="Peter Lawson" userId="d125fe8d-cf94-4d08-8d83-368c03548c23" providerId="ADAL" clId="{4201522F-BA85-53C0-B5FB-D74E9F5E0C69}" dt="2026-10-13T16:24:00.575" v="4866" actId="948"/>
          <ac:spMkLst>
            <pc:docMk/>
            <pc:sldMk cId="4134207410" sldId="576"/>
            <ac:spMk id="10" creationId="{027B9EC7-0E26-48BC-8EB9-53B80E348D99}"/>
          </ac:spMkLst>
        </pc:spChg>
      </pc:sldChg>
      <pc:sldChg chg="add ord">
        <pc:chgData name="Peter Lawson" userId="d125fe8d-cf94-4d08-8d83-368c03548c23" providerId="ADAL" clId="{4201522F-BA85-53C0-B5FB-D74E9F5E0C69}" dt="2026-10-13T16:26:15.175" v="4875" actId="20578"/>
        <pc:sldMkLst>
          <pc:docMk/>
          <pc:sldMk cId="526096567" sldId="619"/>
        </pc:sldMkLst>
      </pc:sldChg>
      <pc:sldChg chg="addSp modSp add mod ord">
        <pc:chgData name="Peter Lawson" userId="d125fe8d-cf94-4d08-8d83-368c03548c23" providerId="ADAL" clId="{4201522F-BA85-53C0-B5FB-D74E9F5E0C69}" dt="2026-10-13T16:45:40.373" v="5196"/>
        <pc:sldMkLst>
          <pc:docMk/>
          <pc:sldMk cId="1657542609" sldId="620"/>
        </pc:sldMkLst>
        <pc:spChg chg="mod">
          <ac:chgData name="Peter Lawson" userId="d125fe8d-cf94-4d08-8d83-368c03548c23" providerId="ADAL" clId="{4201522F-BA85-53C0-B5FB-D74E9F5E0C69}" dt="2026-10-13T14:35:02.031" v="3746" actId="207"/>
          <ac:spMkLst>
            <pc:docMk/>
            <pc:sldMk cId="1657542609" sldId="620"/>
            <ac:spMk id="2" creationId="{68120CF9-2ABE-BBE1-24D6-18D7B79A77E8}"/>
          </ac:spMkLst>
        </pc:spChg>
        <pc:spChg chg="mod">
          <ac:chgData name="Peter Lawson" userId="d125fe8d-cf94-4d08-8d83-368c03548c23" providerId="ADAL" clId="{4201522F-BA85-53C0-B5FB-D74E9F5E0C69}" dt="2026-10-13T14:35:22.343" v="3821" actId="20577"/>
          <ac:spMkLst>
            <pc:docMk/>
            <pc:sldMk cId="1657542609" sldId="620"/>
            <ac:spMk id="3" creationId="{3F51C6C9-7CAF-8558-26A4-7F5B9BF19E41}"/>
          </ac:spMkLst>
        </pc:spChg>
        <pc:spChg chg="add mod">
          <ac:chgData name="Peter Lawson" userId="d125fe8d-cf94-4d08-8d83-368c03548c23" providerId="ADAL" clId="{4201522F-BA85-53C0-B5FB-D74E9F5E0C69}" dt="2026-10-13T16:45:40.373" v="5196"/>
          <ac:spMkLst>
            <pc:docMk/>
            <pc:sldMk cId="1657542609" sldId="620"/>
            <ac:spMk id="5" creationId="{3B221650-934E-52D3-FCA4-50EDC40ECD65}"/>
          </ac:spMkLst>
        </pc:spChg>
      </pc:sldChg>
      <pc:sldChg chg="addSp delSp modSp new mod modClrScheme chgLayout">
        <pc:chgData name="Peter Lawson" userId="d125fe8d-cf94-4d08-8d83-368c03548c23" providerId="ADAL" clId="{4201522F-BA85-53C0-B5FB-D74E9F5E0C69}" dt="2026-10-13T15:34:10.263" v="4338" actId="1038"/>
        <pc:sldMkLst>
          <pc:docMk/>
          <pc:sldMk cId="2014535640" sldId="621"/>
        </pc:sldMkLst>
        <pc:spChg chg="del mod ord">
          <ac:chgData name="Peter Lawson" userId="d125fe8d-cf94-4d08-8d83-368c03548c23" providerId="ADAL" clId="{4201522F-BA85-53C0-B5FB-D74E9F5E0C69}" dt="2026-10-13T14:36:53.305" v="3823" actId="700"/>
          <ac:spMkLst>
            <pc:docMk/>
            <pc:sldMk cId="2014535640" sldId="621"/>
            <ac:spMk id="2" creationId="{DD739C3E-330F-57EC-6917-120774EF055F}"/>
          </ac:spMkLst>
        </pc:spChg>
        <pc:spChg chg="del mod ord">
          <ac:chgData name="Peter Lawson" userId="d125fe8d-cf94-4d08-8d83-368c03548c23" providerId="ADAL" clId="{4201522F-BA85-53C0-B5FB-D74E9F5E0C69}" dt="2026-10-13T14:36:53.305" v="3823" actId="700"/>
          <ac:spMkLst>
            <pc:docMk/>
            <pc:sldMk cId="2014535640" sldId="621"/>
            <ac:spMk id="3" creationId="{56F8C612-3C44-755A-81C5-304BAB604C20}"/>
          </ac:spMkLst>
        </pc:spChg>
        <pc:spChg chg="add del mod ord">
          <ac:chgData name="Peter Lawson" userId="d125fe8d-cf94-4d08-8d83-368c03548c23" providerId="ADAL" clId="{4201522F-BA85-53C0-B5FB-D74E9F5E0C69}" dt="2026-10-13T14:37:23.316" v="3829" actId="478"/>
          <ac:spMkLst>
            <pc:docMk/>
            <pc:sldMk cId="2014535640" sldId="621"/>
            <ac:spMk id="4" creationId="{F3DE23FA-5236-FFE8-E723-2332FC97CCC0}"/>
          </ac:spMkLst>
        </pc:spChg>
        <pc:spChg chg="add del mod ord">
          <ac:chgData name="Peter Lawson" userId="d125fe8d-cf94-4d08-8d83-368c03548c23" providerId="ADAL" clId="{4201522F-BA85-53C0-B5FB-D74E9F5E0C69}" dt="2026-10-13T14:37:01.425" v="3824" actId="478"/>
          <ac:spMkLst>
            <pc:docMk/>
            <pc:sldMk cId="2014535640" sldId="621"/>
            <ac:spMk id="5" creationId="{38A60601-049B-DCDB-8827-7CDA494EB492}"/>
          </ac:spMkLst>
        </pc:spChg>
        <pc:spChg chg="add mod">
          <ac:chgData name="Peter Lawson" userId="d125fe8d-cf94-4d08-8d83-368c03548c23" providerId="ADAL" clId="{4201522F-BA85-53C0-B5FB-D74E9F5E0C69}" dt="2026-10-13T14:42:59.857" v="3887" actId="1076"/>
          <ac:spMkLst>
            <pc:docMk/>
            <pc:sldMk cId="2014535640" sldId="621"/>
            <ac:spMk id="8" creationId="{4C0FA6D0-FA46-95A3-C5A3-EA001A4678C3}"/>
          </ac:spMkLst>
        </pc:spChg>
        <pc:spChg chg="add mod">
          <ac:chgData name="Peter Lawson" userId="d125fe8d-cf94-4d08-8d83-368c03548c23" providerId="ADAL" clId="{4201522F-BA85-53C0-B5FB-D74E9F5E0C69}" dt="2026-10-13T14:42:24.509" v="3880" actId="20577"/>
          <ac:spMkLst>
            <pc:docMk/>
            <pc:sldMk cId="2014535640" sldId="621"/>
            <ac:spMk id="9" creationId="{E3D5D616-7221-52E2-E4B3-290D2EFA6EE0}"/>
          </ac:spMkLst>
        </pc:spChg>
        <pc:picChg chg="add mod">
          <ac:chgData name="Peter Lawson" userId="d125fe8d-cf94-4d08-8d83-368c03548c23" providerId="ADAL" clId="{4201522F-BA85-53C0-B5FB-D74E9F5E0C69}" dt="2026-10-13T15:34:10.263" v="4338" actId="1038"/>
          <ac:picMkLst>
            <pc:docMk/>
            <pc:sldMk cId="2014535640" sldId="621"/>
            <ac:picMk id="6" creationId="{F49BEA10-E46C-551C-333A-C91001B6FFCA}"/>
          </ac:picMkLst>
        </pc:picChg>
      </pc:sldChg>
      <pc:sldChg chg="new del">
        <pc:chgData name="Peter Lawson" userId="d125fe8d-cf94-4d08-8d83-368c03548c23" providerId="ADAL" clId="{4201522F-BA85-53C0-B5FB-D74E9F5E0C69}" dt="2026-10-13T15:05:09.204" v="4186" actId="2696"/>
        <pc:sldMkLst>
          <pc:docMk/>
          <pc:sldMk cId="3467637033" sldId="622"/>
        </pc:sldMkLst>
      </pc:sldChg>
      <pc:sldChg chg="delSp modSp add del mod">
        <pc:chgData name="Peter Lawson" userId="d125fe8d-cf94-4d08-8d83-368c03548c23" providerId="ADAL" clId="{4201522F-BA85-53C0-B5FB-D74E9F5E0C69}" dt="2026-10-13T15:05:09.203" v="4185" actId="2696"/>
        <pc:sldMkLst>
          <pc:docMk/>
          <pc:sldMk cId="3524239504" sldId="623"/>
        </pc:sldMkLst>
        <pc:spChg chg="mod">
          <ac:chgData name="Peter Lawson" userId="d125fe8d-cf94-4d08-8d83-368c03548c23" providerId="ADAL" clId="{4201522F-BA85-53C0-B5FB-D74E9F5E0C69}" dt="2026-10-13T14:58:51.656" v="3891" actId="20577"/>
          <ac:spMkLst>
            <pc:docMk/>
            <pc:sldMk cId="3524239504" sldId="623"/>
            <ac:spMk id="5" creationId="{BC9AD732-4052-9F18-65B3-88A692895E48}"/>
          </ac:spMkLst>
        </pc:spChg>
        <pc:picChg chg="del">
          <ac:chgData name="Peter Lawson" userId="d125fe8d-cf94-4d08-8d83-368c03548c23" providerId="ADAL" clId="{4201522F-BA85-53C0-B5FB-D74E9F5E0C69}" dt="2026-10-13T14:58:53.690" v="3892" actId="478"/>
          <ac:picMkLst>
            <pc:docMk/>
            <pc:sldMk cId="3524239504" sldId="623"/>
            <ac:picMk id="3" creationId="{B3326FF4-256D-07BE-48DC-4B421F5D6C54}"/>
          </ac:picMkLst>
        </pc:picChg>
      </pc:sldChg>
      <pc:sldChg chg="addSp delSp modSp add mod">
        <pc:chgData name="Peter Lawson" userId="d125fe8d-cf94-4d08-8d83-368c03548c23" providerId="ADAL" clId="{4201522F-BA85-53C0-B5FB-D74E9F5E0C69}" dt="2026-10-13T15:01:03.885" v="4056" actId="20577"/>
        <pc:sldMkLst>
          <pc:docMk/>
          <pc:sldMk cId="1183573685" sldId="624"/>
        </pc:sldMkLst>
        <pc:spChg chg="mod">
          <ac:chgData name="Peter Lawson" userId="d125fe8d-cf94-4d08-8d83-368c03548c23" providerId="ADAL" clId="{4201522F-BA85-53C0-B5FB-D74E9F5E0C69}" dt="2026-10-13T14:59:46.795" v="4036" actId="20577"/>
          <ac:spMkLst>
            <pc:docMk/>
            <pc:sldMk cId="1183573685" sldId="624"/>
            <ac:spMk id="2" creationId="{B7A9BEEE-3F83-127B-77C0-A6FD63C90A91}"/>
          </ac:spMkLst>
        </pc:spChg>
        <pc:spChg chg="mod">
          <ac:chgData name="Peter Lawson" userId="d125fe8d-cf94-4d08-8d83-368c03548c23" providerId="ADAL" clId="{4201522F-BA85-53C0-B5FB-D74E9F5E0C69}" dt="2026-10-13T15:01:03.885" v="4056" actId="20577"/>
          <ac:spMkLst>
            <pc:docMk/>
            <pc:sldMk cId="1183573685" sldId="624"/>
            <ac:spMk id="5" creationId="{65B7E9E8-79B9-036F-92E0-F39467E38CCD}"/>
          </ac:spMkLst>
        </pc:spChg>
        <pc:picChg chg="del">
          <ac:chgData name="Peter Lawson" userId="d125fe8d-cf94-4d08-8d83-368c03548c23" providerId="ADAL" clId="{4201522F-BA85-53C0-B5FB-D74E9F5E0C69}" dt="2026-10-13T14:59:05.395" v="3894" actId="478"/>
          <ac:picMkLst>
            <pc:docMk/>
            <pc:sldMk cId="1183573685" sldId="624"/>
            <ac:picMk id="3" creationId="{EC187775-27D4-B517-CF59-C7685FDB4AA3}"/>
          </ac:picMkLst>
        </pc:picChg>
        <pc:picChg chg="add mod">
          <ac:chgData name="Peter Lawson" userId="d125fe8d-cf94-4d08-8d83-368c03548c23" providerId="ADAL" clId="{4201522F-BA85-53C0-B5FB-D74E9F5E0C69}" dt="2026-10-13T15:00:40.893" v="4051" actId="1038"/>
          <ac:picMkLst>
            <pc:docMk/>
            <pc:sldMk cId="1183573685" sldId="624"/>
            <ac:picMk id="4" creationId="{9D90D856-751E-2D53-88D8-887E816A438C}"/>
          </ac:picMkLst>
        </pc:picChg>
      </pc:sldChg>
      <pc:sldChg chg="addSp delSp modSp add mod">
        <pc:chgData name="Peter Lawson" userId="d125fe8d-cf94-4d08-8d83-368c03548c23" providerId="ADAL" clId="{4201522F-BA85-53C0-B5FB-D74E9F5E0C69}" dt="2026-10-13T15:00:46.854" v="4054" actId="1036"/>
        <pc:sldMkLst>
          <pc:docMk/>
          <pc:sldMk cId="941966262" sldId="625"/>
        </pc:sldMkLst>
        <pc:picChg chg="add mod">
          <ac:chgData name="Peter Lawson" userId="d125fe8d-cf94-4d08-8d83-368c03548c23" providerId="ADAL" clId="{4201522F-BA85-53C0-B5FB-D74E9F5E0C69}" dt="2026-10-13T15:00:46.854" v="4054" actId="1036"/>
          <ac:picMkLst>
            <pc:docMk/>
            <pc:sldMk cId="941966262" sldId="625"/>
            <ac:picMk id="3" creationId="{2F4B0704-835F-28BD-9067-248A5DD9C6FC}"/>
          </ac:picMkLst>
        </pc:picChg>
        <pc:picChg chg="del">
          <ac:chgData name="Peter Lawson" userId="d125fe8d-cf94-4d08-8d83-368c03548c23" providerId="ADAL" clId="{4201522F-BA85-53C0-B5FB-D74E9F5E0C69}" dt="2026-10-13T15:00:22.913" v="4038" actId="478"/>
          <ac:picMkLst>
            <pc:docMk/>
            <pc:sldMk cId="941966262" sldId="625"/>
            <ac:picMk id="4" creationId="{0F42B9CD-C0D0-FDD1-D732-CDE965209629}"/>
          </ac:picMkLst>
        </pc:picChg>
      </pc:sldChg>
      <pc:sldChg chg="new del">
        <pc:chgData name="Peter Lawson" userId="d125fe8d-cf94-4d08-8d83-368c03548c23" providerId="ADAL" clId="{4201522F-BA85-53C0-B5FB-D74E9F5E0C69}" dt="2026-10-13T15:04:59.662" v="4184" actId="2696"/>
        <pc:sldMkLst>
          <pc:docMk/>
          <pc:sldMk cId="694452060" sldId="626"/>
        </pc:sldMkLst>
      </pc:sldChg>
      <pc:sldChg chg="addSp delSp modSp add mod">
        <pc:chgData name="Peter Lawson" userId="d125fe8d-cf94-4d08-8d83-368c03548c23" providerId="ADAL" clId="{4201522F-BA85-53C0-B5FB-D74E9F5E0C69}" dt="2026-10-13T15:04:48.009" v="4181" actId="20577"/>
        <pc:sldMkLst>
          <pc:docMk/>
          <pc:sldMk cId="3022138937" sldId="627"/>
        </pc:sldMkLst>
        <pc:spChg chg="mod">
          <ac:chgData name="Peter Lawson" userId="d125fe8d-cf94-4d08-8d83-368c03548c23" providerId="ADAL" clId="{4201522F-BA85-53C0-B5FB-D74E9F5E0C69}" dt="2026-10-13T15:04:48.009" v="4181" actId="20577"/>
          <ac:spMkLst>
            <pc:docMk/>
            <pc:sldMk cId="3022138937" sldId="627"/>
            <ac:spMk id="5" creationId="{D75B7231-BCF9-CA6E-026A-886DBF1F3009}"/>
          </ac:spMkLst>
        </pc:spChg>
        <pc:picChg chg="add mod">
          <ac:chgData name="Peter Lawson" userId="d125fe8d-cf94-4d08-8d83-368c03548c23" providerId="ADAL" clId="{4201522F-BA85-53C0-B5FB-D74E9F5E0C69}" dt="2026-10-13T15:04:41.905" v="4179" actId="1076"/>
          <ac:picMkLst>
            <pc:docMk/>
            <pc:sldMk cId="3022138937" sldId="627"/>
            <ac:picMk id="3" creationId="{BBF0209D-43B7-D4BA-65D3-807B103CDC23}"/>
          </ac:picMkLst>
        </pc:picChg>
        <pc:picChg chg="del">
          <ac:chgData name="Peter Lawson" userId="d125fe8d-cf94-4d08-8d83-368c03548c23" providerId="ADAL" clId="{4201522F-BA85-53C0-B5FB-D74E9F5E0C69}" dt="2026-10-13T15:04:32.236" v="4174" actId="478"/>
          <ac:picMkLst>
            <pc:docMk/>
            <pc:sldMk cId="3022138937" sldId="627"/>
            <ac:picMk id="4" creationId="{35FC3427-8DB6-CDA0-6433-89CFF5340C2E}"/>
          </ac:picMkLst>
        </pc:picChg>
      </pc:sldChg>
      <pc:sldChg chg="addSp modSp add">
        <pc:chgData name="Peter Lawson" userId="d125fe8d-cf94-4d08-8d83-368c03548c23" providerId="ADAL" clId="{4201522F-BA85-53C0-B5FB-D74E9F5E0C69}" dt="2026-10-13T16:45:40.373" v="5196"/>
        <pc:sldMkLst>
          <pc:docMk/>
          <pc:sldMk cId="258393264" sldId="628"/>
        </pc:sldMkLst>
        <pc:spChg chg="add mod">
          <ac:chgData name="Peter Lawson" userId="d125fe8d-cf94-4d08-8d83-368c03548c23" providerId="ADAL" clId="{4201522F-BA85-53C0-B5FB-D74E9F5E0C69}" dt="2026-10-13T16:45:40.373" v="5196"/>
          <ac:spMkLst>
            <pc:docMk/>
            <pc:sldMk cId="258393264" sldId="628"/>
            <ac:spMk id="3" creationId="{4A93FB7E-E275-FD99-8093-0BCBCAC99496}"/>
          </ac:spMkLst>
        </pc:spChg>
      </pc:sldChg>
      <pc:sldChg chg="addSp delSp modSp add mod">
        <pc:chgData name="Peter Lawson" userId="d125fe8d-cf94-4d08-8d83-368c03548c23" providerId="ADAL" clId="{4201522F-BA85-53C0-B5FB-D74E9F5E0C69}" dt="2026-10-13T15:38:00.853" v="4369" actId="948"/>
        <pc:sldMkLst>
          <pc:docMk/>
          <pc:sldMk cId="4092213600" sldId="629"/>
        </pc:sldMkLst>
        <pc:spChg chg="add mod">
          <ac:chgData name="Peter Lawson" userId="d125fe8d-cf94-4d08-8d83-368c03548c23" providerId="ADAL" clId="{4201522F-BA85-53C0-B5FB-D74E9F5E0C69}" dt="2026-10-13T15:32:42.117" v="4287" actId="1076"/>
          <ac:spMkLst>
            <pc:docMk/>
            <pc:sldMk cId="4092213600" sldId="629"/>
            <ac:spMk id="4" creationId="{480C0E5A-220A-32D1-B894-3E338ACDD2C4}"/>
          </ac:spMkLst>
        </pc:spChg>
        <pc:spChg chg="add mod">
          <ac:chgData name="Peter Lawson" userId="d125fe8d-cf94-4d08-8d83-368c03548c23" providerId="ADAL" clId="{4201522F-BA85-53C0-B5FB-D74E9F5E0C69}" dt="2026-10-13T15:33:27.197" v="4306" actId="1035"/>
          <ac:spMkLst>
            <pc:docMk/>
            <pc:sldMk cId="4092213600" sldId="629"/>
            <ac:spMk id="5" creationId="{9C381217-4B75-C75A-1681-C69FB33B8418}"/>
          </ac:spMkLst>
        </pc:spChg>
        <pc:spChg chg="mod">
          <ac:chgData name="Peter Lawson" userId="d125fe8d-cf94-4d08-8d83-368c03548c23" providerId="ADAL" clId="{4201522F-BA85-53C0-B5FB-D74E9F5E0C69}" dt="2026-10-13T15:38:00.853" v="4369" actId="948"/>
          <ac:spMkLst>
            <pc:docMk/>
            <pc:sldMk cId="4092213600" sldId="629"/>
            <ac:spMk id="8" creationId="{E95EDCFA-ABD5-FFAD-55D4-CDAF4A937BE4}"/>
          </ac:spMkLst>
        </pc:spChg>
        <pc:picChg chg="add mod">
          <ac:chgData name="Peter Lawson" userId="d125fe8d-cf94-4d08-8d83-368c03548c23" providerId="ADAL" clId="{4201522F-BA85-53C0-B5FB-D74E9F5E0C69}" dt="2026-10-13T15:33:38.196" v="4311" actId="1036"/>
          <ac:picMkLst>
            <pc:docMk/>
            <pc:sldMk cId="4092213600" sldId="629"/>
            <ac:picMk id="2" creationId="{2F5653FB-5DC6-3FBD-BF9F-82BCA38E560D}"/>
          </ac:picMkLst>
        </pc:picChg>
        <pc:picChg chg="add del">
          <ac:chgData name="Peter Lawson" userId="d125fe8d-cf94-4d08-8d83-368c03548c23" providerId="ADAL" clId="{4201522F-BA85-53C0-B5FB-D74E9F5E0C69}" dt="2026-10-13T15:31:08.075" v="4236" actId="22"/>
          <ac:picMkLst>
            <pc:docMk/>
            <pc:sldMk cId="4092213600" sldId="629"/>
            <ac:picMk id="3" creationId="{060A25E4-F346-5803-79A1-5B5BB3E58943}"/>
          </ac:picMkLst>
        </pc:picChg>
        <pc:picChg chg="del">
          <ac:chgData name="Peter Lawson" userId="d125fe8d-cf94-4d08-8d83-368c03548c23" providerId="ADAL" clId="{4201522F-BA85-53C0-B5FB-D74E9F5E0C69}" dt="2026-10-13T15:29:11.847" v="4219" actId="478"/>
          <ac:picMkLst>
            <pc:docMk/>
            <pc:sldMk cId="4092213600" sldId="629"/>
            <ac:picMk id="6" creationId="{D6308C8D-8435-BA24-C11F-8F77C60DBBCF}"/>
          </ac:picMkLst>
        </pc:picChg>
      </pc:sldChg>
      <pc:sldChg chg="addSp delSp modSp add mod">
        <pc:chgData name="Peter Lawson" userId="d125fe8d-cf94-4d08-8d83-368c03548c23" providerId="ADAL" clId="{4201522F-BA85-53C0-B5FB-D74E9F5E0C69}" dt="2026-10-13T15:37:23.091" v="4365" actId="1076"/>
        <pc:sldMkLst>
          <pc:docMk/>
          <pc:sldMk cId="926826157" sldId="630"/>
        </pc:sldMkLst>
        <pc:spChg chg="add mod">
          <ac:chgData name="Peter Lawson" userId="d125fe8d-cf94-4d08-8d83-368c03548c23" providerId="ADAL" clId="{4201522F-BA85-53C0-B5FB-D74E9F5E0C69}" dt="2026-10-13T15:33:04.199" v="4299" actId="20577"/>
          <ac:spMkLst>
            <pc:docMk/>
            <pc:sldMk cId="926826157" sldId="630"/>
            <ac:spMk id="3" creationId="{080D56E4-3645-DEBB-C343-D4E1D14F959A}"/>
          </ac:spMkLst>
        </pc:spChg>
        <pc:spChg chg="add del">
          <ac:chgData name="Peter Lawson" userId="d125fe8d-cf94-4d08-8d83-368c03548c23" providerId="ADAL" clId="{4201522F-BA85-53C0-B5FB-D74E9F5E0C69}" dt="2026-10-13T15:36:51.874" v="4360" actId="478"/>
          <ac:spMkLst>
            <pc:docMk/>
            <pc:sldMk cId="926826157" sldId="630"/>
            <ac:spMk id="5" creationId="{DC2BE1C2-D9B6-1FF1-3FAC-2894F3006DCF}"/>
          </ac:spMkLst>
        </pc:spChg>
        <pc:spChg chg="add mod">
          <ac:chgData name="Peter Lawson" userId="d125fe8d-cf94-4d08-8d83-368c03548c23" providerId="ADAL" clId="{4201522F-BA85-53C0-B5FB-D74E9F5E0C69}" dt="2026-10-13T15:37:23.091" v="4365" actId="1076"/>
          <ac:spMkLst>
            <pc:docMk/>
            <pc:sldMk cId="926826157" sldId="630"/>
            <ac:spMk id="7" creationId="{107263BA-4D5F-934F-E741-F11AC40DA7C7}"/>
          </ac:spMkLst>
        </pc:spChg>
        <pc:picChg chg="add mod">
          <ac:chgData name="Peter Lawson" userId="d125fe8d-cf94-4d08-8d83-368c03548c23" providerId="ADAL" clId="{4201522F-BA85-53C0-B5FB-D74E9F5E0C69}" dt="2026-10-13T15:34:01.031" v="4333" actId="1035"/>
          <ac:picMkLst>
            <pc:docMk/>
            <pc:sldMk cId="926826157" sldId="630"/>
            <ac:picMk id="2" creationId="{18BB1247-B6EE-79A3-20F3-1E5D32388A41}"/>
          </ac:picMkLst>
        </pc:picChg>
        <pc:picChg chg="del">
          <ac:chgData name="Peter Lawson" userId="d125fe8d-cf94-4d08-8d83-368c03548c23" providerId="ADAL" clId="{4201522F-BA85-53C0-B5FB-D74E9F5E0C69}" dt="2026-10-13T15:31:11.211" v="4237" actId="478"/>
          <ac:picMkLst>
            <pc:docMk/>
            <pc:sldMk cId="926826157" sldId="630"/>
            <ac:picMk id="6" creationId="{9DDE14EF-0852-F9CF-15C4-45A3ABA9ED92}"/>
          </ac:picMkLst>
        </pc:picChg>
      </pc:sldChg>
      <pc:sldChg chg="addSp delSp modSp new mod">
        <pc:chgData name="Peter Lawson" userId="d125fe8d-cf94-4d08-8d83-368c03548c23" providerId="ADAL" clId="{4201522F-BA85-53C0-B5FB-D74E9F5E0C69}" dt="2026-10-13T17:00:24.632" v="5496" actId="1076"/>
        <pc:sldMkLst>
          <pc:docMk/>
          <pc:sldMk cId="1113488754" sldId="631"/>
        </pc:sldMkLst>
        <pc:spChg chg="mod">
          <ac:chgData name="Peter Lawson" userId="d125fe8d-cf94-4d08-8d83-368c03548c23" providerId="ADAL" clId="{4201522F-BA85-53C0-B5FB-D74E9F5E0C69}" dt="2026-10-13T15:43:57.586" v="4426" actId="20577"/>
          <ac:spMkLst>
            <pc:docMk/>
            <pc:sldMk cId="1113488754" sldId="631"/>
            <ac:spMk id="2" creationId="{E629340D-71B3-0881-BFEB-CF2E85D92FEE}"/>
          </ac:spMkLst>
        </pc:spChg>
        <pc:spChg chg="del">
          <ac:chgData name="Peter Lawson" userId="d125fe8d-cf94-4d08-8d83-368c03548c23" providerId="ADAL" clId="{4201522F-BA85-53C0-B5FB-D74E9F5E0C69}" dt="2026-10-13T15:51:46.636" v="4428" actId="478"/>
          <ac:spMkLst>
            <pc:docMk/>
            <pc:sldMk cId="1113488754" sldId="631"/>
            <ac:spMk id="3" creationId="{E1FD0020-B2CC-A326-CCFF-CFEC344F9B99}"/>
          </ac:spMkLst>
        </pc:spChg>
        <pc:spChg chg="add mod">
          <ac:chgData name="Peter Lawson" userId="d125fe8d-cf94-4d08-8d83-368c03548c23" providerId="ADAL" clId="{4201522F-BA85-53C0-B5FB-D74E9F5E0C69}" dt="2026-10-13T15:59:51.860" v="4490" actId="20577"/>
          <ac:spMkLst>
            <pc:docMk/>
            <pc:sldMk cId="1113488754" sldId="631"/>
            <ac:spMk id="10" creationId="{E86FD76F-8ABC-54BC-F14F-033280054B08}"/>
          </ac:spMkLst>
        </pc:spChg>
        <pc:picChg chg="add">
          <ac:chgData name="Peter Lawson" userId="d125fe8d-cf94-4d08-8d83-368c03548c23" providerId="ADAL" clId="{4201522F-BA85-53C0-B5FB-D74E9F5E0C69}" dt="2026-10-13T15:50:17.808" v="4427"/>
          <ac:picMkLst>
            <pc:docMk/>
            <pc:sldMk cId="1113488754" sldId="631"/>
            <ac:picMk id="4" creationId="{F8EC1221-8558-47D3-AAB2-04B28F23C481}"/>
          </ac:picMkLst>
        </pc:picChg>
        <pc:picChg chg="add del mod">
          <ac:chgData name="Peter Lawson" userId="d125fe8d-cf94-4d08-8d83-368c03548c23" providerId="ADAL" clId="{4201522F-BA85-53C0-B5FB-D74E9F5E0C69}" dt="2026-10-13T17:00:11.682" v="5492" actId="478"/>
          <ac:picMkLst>
            <pc:docMk/>
            <pc:sldMk cId="1113488754" sldId="631"/>
            <ac:picMk id="5" creationId="{4C16A524-8C32-19DD-2E06-85E554344ED1}"/>
          </ac:picMkLst>
        </pc:picChg>
        <pc:picChg chg="add del mod">
          <ac:chgData name="Peter Lawson" userId="d125fe8d-cf94-4d08-8d83-368c03548c23" providerId="ADAL" clId="{4201522F-BA85-53C0-B5FB-D74E9F5E0C69}" dt="2026-10-13T16:56:14.682" v="5430" actId="478"/>
          <ac:picMkLst>
            <pc:docMk/>
            <pc:sldMk cId="1113488754" sldId="631"/>
            <ac:picMk id="6" creationId="{437C8B5F-0442-041D-BC8D-622476596898}"/>
          </ac:picMkLst>
        </pc:picChg>
        <pc:picChg chg="add mod">
          <ac:chgData name="Peter Lawson" userId="d125fe8d-cf94-4d08-8d83-368c03548c23" providerId="ADAL" clId="{4201522F-BA85-53C0-B5FB-D74E9F5E0C69}" dt="2026-10-13T15:56:04.665" v="4458" actId="1076"/>
          <ac:picMkLst>
            <pc:docMk/>
            <pc:sldMk cId="1113488754" sldId="631"/>
            <ac:picMk id="7" creationId="{DD4C0D65-4E8C-5F6B-4F6E-51BA8EFE105B}"/>
          </ac:picMkLst>
        </pc:picChg>
        <pc:picChg chg="add mod">
          <ac:chgData name="Peter Lawson" userId="d125fe8d-cf94-4d08-8d83-368c03548c23" providerId="ADAL" clId="{4201522F-BA85-53C0-B5FB-D74E9F5E0C69}" dt="2026-10-13T15:57:02.650" v="4479" actId="1076"/>
          <ac:picMkLst>
            <pc:docMk/>
            <pc:sldMk cId="1113488754" sldId="631"/>
            <ac:picMk id="8" creationId="{335A0F2E-FA21-4CEE-CB00-E5CD70D59A8D}"/>
          </ac:picMkLst>
        </pc:picChg>
        <pc:picChg chg="add mod">
          <ac:chgData name="Peter Lawson" userId="d125fe8d-cf94-4d08-8d83-368c03548c23" providerId="ADAL" clId="{4201522F-BA85-53C0-B5FB-D74E9F5E0C69}" dt="2026-10-13T15:57:02.650" v="4479" actId="1076"/>
          <ac:picMkLst>
            <pc:docMk/>
            <pc:sldMk cId="1113488754" sldId="631"/>
            <ac:picMk id="9" creationId="{0B95F274-2DC3-7766-4A5C-947230920DDE}"/>
          </ac:picMkLst>
        </pc:picChg>
        <pc:picChg chg="add del mod">
          <ac:chgData name="Peter Lawson" userId="d125fe8d-cf94-4d08-8d83-368c03548c23" providerId="ADAL" clId="{4201522F-BA85-53C0-B5FB-D74E9F5E0C69}" dt="2026-10-13T16:01:11.069" v="4505" actId="478"/>
          <ac:picMkLst>
            <pc:docMk/>
            <pc:sldMk cId="1113488754" sldId="631"/>
            <ac:picMk id="11" creationId="{CDD5220D-C301-F249-C0DC-C2AC746D9F6A}"/>
          </ac:picMkLst>
        </pc:picChg>
        <pc:picChg chg="add mod">
          <ac:chgData name="Peter Lawson" userId="d125fe8d-cf94-4d08-8d83-368c03548c23" providerId="ADAL" clId="{4201522F-BA85-53C0-B5FB-D74E9F5E0C69}" dt="2026-10-13T16:56:26.303" v="5436" actId="1036"/>
          <ac:picMkLst>
            <pc:docMk/>
            <pc:sldMk cId="1113488754" sldId="631"/>
            <ac:picMk id="12" creationId="{88B4ACAC-248B-F457-F728-2987447AAB6A}"/>
          </ac:picMkLst>
        </pc:picChg>
        <pc:picChg chg="add mod">
          <ac:chgData name="Peter Lawson" userId="d125fe8d-cf94-4d08-8d83-368c03548c23" providerId="ADAL" clId="{4201522F-BA85-53C0-B5FB-D74E9F5E0C69}" dt="2026-10-13T17:00:24.632" v="5496" actId="1076"/>
          <ac:picMkLst>
            <pc:docMk/>
            <pc:sldMk cId="1113488754" sldId="631"/>
            <ac:picMk id="13" creationId="{1066409F-B0B9-1B1F-29A4-ECA364B07E3C}"/>
          </ac:picMkLst>
        </pc:picChg>
      </pc:sldChg>
      <pc:sldChg chg="addSp delSp modSp add mod">
        <pc:chgData name="Peter Lawson" userId="d125fe8d-cf94-4d08-8d83-368c03548c23" providerId="ADAL" clId="{4201522F-BA85-53C0-B5FB-D74E9F5E0C69}" dt="2026-10-13T17:03:06.114" v="5506" actId="14100"/>
        <pc:sldMkLst>
          <pc:docMk/>
          <pc:sldMk cId="2982567343" sldId="632"/>
        </pc:sldMkLst>
        <pc:spChg chg="add mod">
          <ac:chgData name="Peter Lawson" userId="d125fe8d-cf94-4d08-8d83-368c03548c23" providerId="ADAL" clId="{4201522F-BA85-53C0-B5FB-D74E9F5E0C69}" dt="2026-10-13T15:59:56.828" v="4491"/>
          <ac:spMkLst>
            <pc:docMk/>
            <pc:sldMk cId="2982567343" sldId="632"/>
            <ac:spMk id="8" creationId="{13167E26-D983-E437-D3C9-7ADCE7E36FF4}"/>
          </ac:spMkLst>
        </pc:spChg>
        <pc:spChg chg="add mod">
          <ac:chgData name="Peter Lawson" userId="d125fe8d-cf94-4d08-8d83-368c03548c23" providerId="ADAL" clId="{4201522F-BA85-53C0-B5FB-D74E9F5E0C69}" dt="2026-10-13T16:06:07.532" v="4677" actId="1076"/>
          <ac:spMkLst>
            <pc:docMk/>
            <pc:sldMk cId="2982567343" sldId="632"/>
            <ac:spMk id="9" creationId="{A92215E7-381F-EC8C-8B45-4F9163776584}"/>
          </ac:spMkLst>
        </pc:spChg>
        <pc:picChg chg="add del mod">
          <ac:chgData name="Peter Lawson" userId="d125fe8d-cf94-4d08-8d83-368c03548c23" providerId="ADAL" clId="{4201522F-BA85-53C0-B5FB-D74E9F5E0C69}" dt="2026-10-13T17:00:45.479" v="5497" actId="478"/>
          <ac:picMkLst>
            <pc:docMk/>
            <pc:sldMk cId="2982567343" sldId="632"/>
            <ac:picMk id="3" creationId="{8B6E17BC-BD5E-3905-963C-D24E9B5A309F}"/>
          </ac:picMkLst>
        </pc:picChg>
        <pc:picChg chg="add mod">
          <ac:chgData name="Peter Lawson" userId="d125fe8d-cf94-4d08-8d83-368c03548c23" providerId="ADAL" clId="{4201522F-BA85-53C0-B5FB-D74E9F5E0C69}" dt="2026-10-13T16:58:49.741" v="5488" actId="1076"/>
          <ac:picMkLst>
            <pc:docMk/>
            <pc:sldMk cId="2982567343" sldId="632"/>
            <ac:picMk id="4" creationId="{C81B8F62-A992-E4E6-7A11-BA874962C884}"/>
          </ac:picMkLst>
        </pc:picChg>
        <pc:picChg chg="del">
          <ac:chgData name="Peter Lawson" userId="d125fe8d-cf94-4d08-8d83-368c03548c23" providerId="ADAL" clId="{4201522F-BA85-53C0-B5FB-D74E9F5E0C69}" dt="2026-10-13T15:52:49.258" v="4436" actId="478"/>
          <ac:picMkLst>
            <pc:docMk/>
            <pc:sldMk cId="2982567343" sldId="632"/>
            <ac:picMk id="5" creationId="{36BEBF09-810D-67BF-602E-AC0129D3A08D}"/>
          </ac:picMkLst>
        </pc:picChg>
        <pc:picChg chg="del">
          <ac:chgData name="Peter Lawson" userId="d125fe8d-cf94-4d08-8d83-368c03548c23" providerId="ADAL" clId="{4201522F-BA85-53C0-B5FB-D74E9F5E0C69}" dt="2026-10-13T15:53:03.691" v="4439" actId="478"/>
          <ac:picMkLst>
            <pc:docMk/>
            <pc:sldMk cId="2982567343" sldId="632"/>
            <ac:picMk id="6" creationId="{AC85599B-2B32-CCFA-7DDF-0A31FE95FBCA}"/>
          </ac:picMkLst>
        </pc:picChg>
        <pc:picChg chg="add">
          <ac:chgData name="Peter Lawson" userId="d125fe8d-cf94-4d08-8d83-368c03548c23" providerId="ADAL" clId="{4201522F-BA85-53C0-B5FB-D74E9F5E0C69}" dt="2026-10-13T15:55:03.546" v="4447"/>
          <ac:picMkLst>
            <pc:docMk/>
            <pc:sldMk cId="2982567343" sldId="632"/>
            <ac:picMk id="7" creationId="{734B8D8A-B423-5789-52F2-399556AFB9A8}"/>
          </ac:picMkLst>
        </pc:picChg>
        <pc:picChg chg="add del mod">
          <ac:chgData name="Peter Lawson" userId="d125fe8d-cf94-4d08-8d83-368c03548c23" providerId="ADAL" clId="{4201522F-BA85-53C0-B5FB-D74E9F5E0C69}" dt="2026-10-13T17:02:57.445" v="5501" actId="478"/>
          <ac:picMkLst>
            <pc:docMk/>
            <pc:sldMk cId="2982567343" sldId="632"/>
            <ac:picMk id="10" creationId="{A96AD65A-3F24-88DA-C819-0E80BBB31167}"/>
          </ac:picMkLst>
        </pc:picChg>
        <pc:picChg chg="add mod">
          <ac:chgData name="Peter Lawson" userId="d125fe8d-cf94-4d08-8d83-368c03548c23" providerId="ADAL" clId="{4201522F-BA85-53C0-B5FB-D74E9F5E0C69}" dt="2026-10-13T17:03:06.114" v="5506" actId="14100"/>
          <ac:picMkLst>
            <pc:docMk/>
            <pc:sldMk cId="2982567343" sldId="632"/>
            <ac:picMk id="11" creationId="{9A59A0E0-AFC7-69FA-B75E-7B410645C6E2}"/>
          </ac:picMkLst>
        </pc:picChg>
      </pc:sldChg>
      <pc:sldChg chg="addSp delSp modSp add mod">
        <pc:chgData name="Peter Lawson" userId="d125fe8d-cf94-4d08-8d83-368c03548c23" providerId="ADAL" clId="{4201522F-BA85-53C0-B5FB-D74E9F5E0C69}" dt="2026-10-13T17:06:12.882" v="5523" actId="1036"/>
        <pc:sldMkLst>
          <pc:docMk/>
          <pc:sldMk cId="214612616" sldId="633"/>
        </pc:sldMkLst>
        <pc:spChg chg="mod">
          <ac:chgData name="Peter Lawson" userId="d125fe8d-cf94-4d08-8d83-368c03548c23" providerId="ADAL" clId="{4201522F-BA85-53C0-B5FB-D74E9F5E0C69}" dt="2026-10-13T16:10:21.664" v="4821" actId="20577"/>
          <ac:spMkLst>
            <pc:docMk/>
            <pc:sldMk cId="214612616" sldId="633"/>
            <ac:spMk id="2" creationId="{5A9ADC16-047B-8FDC-03D5-A2B6C44639B6}"/>
          </ac:spMkLst>
        </pc:spChg>
        <pc:spChg chg="add mod">
          <ac:chgData name="Peter Lawson" userId="d125fe8d-cf94-4d08-8d83-368c03548c23" providerId="ADAL" clId="{4201522F-BA85-53C0-B5FB-D74E9F5E0C69}" dt="2026-10-13T15:59:58.599" v="4492"/>
          <ac:spMkLst>
            <pc:docMk/>
            <pc:sldMk cId="214612616" sldId="633"/>
            <ac:spMk id="9" creationId="{1BFA6BF4-E553-6100-E46E-DB4E1E819CD7}"/>
          </ac:spMkLst>
        </pc:spChg>
        <pc:spChg chg="add mod">
          <ac:chgData name="Peter Lawson" userId="d125fe8d-cf94-4d08-8d83-368c03548c23" providerId="ADAL" clId="{4201522F-BA85-53C0-B5FB-D74E9F5E0C69}" dt="2026-10-13T16:59:10.258" v="5491" actId="1076"/>
          <ac:spMkLst>
            <pc:docMk/>
            <pc:sldMk cId="214612616" sldId="633"/>
            <ac:spMk id="14" creationId="{A284F54E-7D17-F571-F9ED-FB2A81A302FF}"/>
          </ac:spMkLst>
        </pc:spChg>
        <pc:picChg chg="del">
          <ac:chgData name="Peter Lawson" userId="d125fe8d-cf94-4d08-8d83-368c03548c23" providerId="ADAL" clId="{4201522F-BA85-53C0-B5FB-D74E9F5E0C69}" dt="2026-10-13T15:55:11.119" v="4449" actId="478"/>
          <ac:picMkLst>
            <pc:docMk/>
            <pc:sldMk cId="214612616" sldId="633"/>
            <ac:picMk id="3" creationId="{DC35A15B-039B-517F-076D-86C244CA9C21}"/>
          </ac:picMkLst>
        </pc:picChg>
        <pc:picChg chg="del">
          <ac:chgData name="Peter Lawson" userId="d125fe8d-cf94-4d08-8d83-368c03548c23" providerId="ADAL" clId="{4201522F-BA85-53C0-B5FB-D74E9F5E0C69}" dt="2026-10-13T15:55:34.253" v="4452" actId="478"/>
          <ac:picMkLst>
            <pc:docMk/>
            <pc:sldMk cId="214612616" sldId="633"/>
            <ac:picMk id="4" creationId="{B57D9F75-0F08-DB58-C4FB-35BF2CFF4278}"/>
          </ac:picMkLst>
        </pc:picChg>
        <pc:picChg chg="add del mod">
          <ac:chgData name="Peter Lawson" userId="d125fe8d-cf94-4d08-8d83-368c03548c23" providerId="ADAL" clId="{4201522F-BA85-53C0-B5FB-D74E9F5E0C69}" dt="2026-10-13T15:56:08.316" v="4460" actId="478"/>
          <ac:picMkLst>
            <pc:docMk/>
            <pc:sldMk cId="214612616" sldId="633"/>
            <ac:picMk id="5" creationId="{F0A2DB0B-85E4-0D6B-B6ED-935C6B912D0E}"/>
          </ac:picMkLst>
        </pc:picChg>
        <pc:picChg chg="add del mod">
          <ac:chgData name="Peter Lawson" userId="d125fe8d-cf94-4d08-8d83-368c03548c23" providerId="ADAL" clId="{4201522F-BA85-53C0-B5FB-D74E9F5E0C69}" dt="2026-10-13T15:56:21.139" v="4463" actId="478"/>
          <ac:picMkLst>
            <pc:docMk/>
            <pc:sldMk cId="214612616" sldId="633"/>
            <ac:picMk id="6" creationId="{8C22B2CB-60EF-0CAA-87FF-ABC9E59F6B45}"/>
          </ac:picMkLst>
        </pc:picChg>
        <pc:picChg chg="add del mod">
          <ac:chgData name="Peter Lawson" userId="d125fe8d-cf94-4d08-8d83-368c03548c23" providerId="ADAL" clId="{4201522F-BA85-53C0-B5FB-D74E9F5E0C69}" dt="2026-10-13T17:04:43.594" v="5507" actId="478"/>
          <ac:picMkLst>
            <pc:docMk/>
            <pc:sldMk cId="214612616" sldId="633"/>
            <ac:picMk id="7" creationId="{9DF01167-8D70-8997-8D67-735C5489755B}"/>
          </ac:picMkLst>
        </pc:picChg>
        <pc:picChg chg="add mod modCrop">
          <ac:chgData name="Peter Lawson" userId="d125fe8d-cf94-4d08-8d83-368c03548c23" providerId="ADAL" clId="{4201522F-BA85-53C0-B5FB-D74E9F5E0C69}" dt="2026-10-13T16:59:04.184" v="5490" actId="1076"/>
          <ac:picMkLst>
            <pc:docMk/>
            <pc:sldMk cId="214612616" sldId="633"/>
            <ac:picMk id="8" creationId="{9C9F655E-9926-D4B7-224D-FCB9F2AAE0DD}"/>
          </ac:picMkLst>
        </pc:picChg>
        <pc:picChg chg="add del">
          <ac:chgData name="Peter Lawson" userId="d125fe8d-cf94-4d08-8d83-368c03548c23" providerId="ADAL" clId="{4201522F-BA85-53C0-B5FB-D74E9F5E0C69}" dt="2026-10-13T16:07:12.207" v="4692" actId="478"/>
          <ac:picMkLst>
            <pc:docMk/>
            <pc:sldMk cId="214612616" sldId="633"/>
            <ac:picMk id="10" creationId="{B6129E2E-1F52-E084-182A-7FFF8050AE50}"/>
          </ac:picMkLst>
        </pc:picChg>
        <pc:picChg chg="add del">
          <ac:chgData name="Peter Lawson" userId="d125fe8d-cf94-4d08-8d83-368c03548c23" providerId="ADAL" clId="{4201522F-BA85-53C0-B5FB-D74E9F5E0C69}" dt="2026-10-13T16:07:09.591" v="4691" actId="478"/>
          <ac:picMkLst>
            <pc:docMk/>
            <pc:sldMk cId="214612616" sldId="633"/>
            <ac:picMk id="11" creationId="{55C7E941-A27C-B18F-04C5-269E8982FA71}"/>
          </ac:picMkLst>
        </pc:picChg>
        <pc:picChg chg="add del">
          <ac:chgData name="Peter Lawson" userId="d125fe8d-cf94-4d08-8d83-368c03548c23" providerId="ADAL" clId="{4201522F-BA85-53C0-B5FB-D74E9F5E0C69}" dt="2026-10-13T16:07:17.175" v="4695" actId="478"/>
          <ac:picMkLst>
            <pc:docMk/>
            <pc:sldMk cId="214612616" sldId="633"/>
            <ac:picMk id="12" creationId="{C58CC6FB-C411-E875-C6D4-37DB3BEE6D19}"/>
          </ac:picMkLst>
        </pc:picChg>
        <pc:picChg chg="add del mod">
          <ac:chgData name="Peter Lawson" userId="d125fe8d-cf94-4d08-8d83-368c03548c23" providerId="ADAL" clId="{4201522F-BA85-53C0-B5FB-D74E9F5E0C69}" dt="2026-10-13T17:06:01.622" v="5510" actId="478"/>
          <ac:picMkLst>
            <pc:docMk/>
            <pc:sldMk cId="214612616" sldId="633"/>
            <ac:picMk id="15" creationId="{0B7221A4-B536-ABE1-AFBA-22E0F604E683}"/>
          </ac:picMkLst>
        </pc:picChg>
        <pc:picChg chg="add mod">
          <ac:chgData name="Peter Lawson" userId="d125fe8d-cf94-4d08-8d83-368c03548c23" providerId="ADAL" clId="{4201522F-BA85-53C0-B5FB-D74E9F5E0C69}" dt="2026-10-13T17:06:12.882" v="5523" actId="1036"/>
          <ac:picMkLst>
            <pc:docMk/>
            <pc:sldMk cId="214612616" sldId="633"/>
            <ac:picMk id="16" creationId="{BA08C6A6-ADB8-45B0-15BF-DCF28D2D7D81}"/>
          </ac:picMkLst>
        </pc:picChg>
      </pc:sldChg>
      <pc:sldChg chg="new del">
        <pc:chgData name="Peter Lawson" userId="d125fe8d-cf94-4d08-8d83-368c03548c23" providerId="ADAL" clId="{4201522F-BA85-53C0-B5FB-D74E9F5E0C69}" dt="2026-10-13T15:54:48.174" v="4443" actId="2696"/>
        <pc:sldMkLst>
          <pc:docMk/>
          <pc:sldMk cId="3766305567" sldId="633"/>
        </pc:sldMkLst>
      </pc:sldChg>
      <pc:sldChg chg="addSp delSp modSp add mod">
        <pc:chgData name="Peter Lawson" userId="d125fe8d-cf94-4d08-8d83-368c03548c23" providerId="ADAL" clId="{4201522F-BA85-53C0-B5FB-D74E9F5E0C69}" dt="2026-10-13T17:06:46.594" v="5529" actId="1076"/>
        <pc:sldMkLst>
          <pc:docMk/>
          <pc:sldMk cId="1175936069" sldId="634"/>
        </pc:sldMkLst>
        <pc:spChg chg="add del">
          <ac:chgData name="Peter Lawson" userId="d125fe8d-cf94-4d08-8d83-368c03548c23" providerId="ADAL" clId="{4201522F-BA85-53C0-B5FB-D74E9F5E0C69}" dt="2026-10-13T15:59:26.545" v="4487" actId="22"/>
          <ac:spMkLst>
            <pc:docMk/>
            <pc:sldMk cId="1175936069" sldId="634"/>
            <ac:spMk id="8" creationId="{2BC5FB64-0E2A-96F7-1282-EBD9B53C2415}"/>
          </ac:spMkLst>
        </pc:spChg>
        <pc:spChg chg="add mod">
          <ac:chgData name="Peter Lawson" userId="d125fe8d-cf94-4d08-8d83-368c03548c23" providerId="ADAL" clId="{4201522F-BA85-53C0-B5FB-D74E9F5E0C69}" dt="2026-10-13T16:00:00.823" v="4493"/>
          <ac:spMkLst>
            <pc:docMk/>
            <pc:sldMk cId="1175936069" sldId="634"/>
            <ac:spMk id="9" creationId="{BCD03B99-BF25-91A7-9CCC-05FD98981E6F}"/>
          </ac:spMkLst>
        </pc:spChg>
        <pc:spChg chg="add mod">
          <ac:chgData name="Peter Lawson" userId="d125fe8d-cf94-4d08-8d83-368c03548c23" providerId="ADAL" clId="{4201522F-BA85-53C0-B5FB-D74E9F5E0C69}" dt="2026-10-13T16:07:34.865" v="4699"/>
          <ac:spMkLst>
            <pc:docMk/>
            <pc:sldMk cId="1175936069" sldId="634"/>
            <ac:spMk id="11" creationId="{EB4877E8-689B-0E8B-986C-EC16ACB67BA9}"/>
          </ac:spMkLst>
        </pc:spChg>
        <pc:picChg chg="del">
          <ac:chgData name="Peter Lawson" userId="d125fe8d-cf94-4d08-8d83-368c03548c23" providerId="ADAL" clId="{4201522F-BA85-53C0-B5FB-D74E9F5E0C69}" dt="2026-10-13T15:57:34.347" v="4480" actId="478"/>
          <ac:picMkLst>
            <pc:docMk/>
            <pc:sldMk cId="1175936069" sldId="634"/>
            <ac:picMk id="3" creationId="{30134888-4C9B-9060-F4B4-18D9D3756482}"/>
          </ac:picMkLst>
        </pc:picChg>
        <pc:picChg chg="del">
          <ac:chgData name="Peter Lawson" userId="d125fe8d-cf94-4d08-8d83-368c03548c23" providerId="ADAL" clId="{4201522F-BA85-53C0-B5FB-D74E9F5E0C69}" dt="2026-10-13T15:57:47.360" v="4483" actId="478"/>
          <ac:picMkLst>
            <pc:docMk/>
            <pc:sldMk cId="1175936069" sldId="634"/>
            <ac:picMk id="4" creationId="{BECDD403-70F6-19C7-44F5-00288F51D279}"/>
          </ac:picMkLst>
        </pc:picChg>
        <pc:picChg chg="add del mod">
          <ac:chgData name="Peter Lawson" userId="d125fe8d-cf94-4d08-8d83-368c03548c23" providerId="ADAL" clId="{4201522F-BA85-53C0-B5FB-D74E9F5E0C69}" dt="2026-10-13T17:06:32.919" v="5524" actId="478"/>
          <ac:picMkLst>
            <pc:docMk/>
            <pc:sldMk cId="1175936069" sldId="634"/>
            <ac:picMk id="5" creationId="{FAB80E9F-A330-9609-01DC-1D421EB29FBA}"/>
          </ac:picMkLst>
        </pc:picChg>
        <pc:picChg chg="add mod">
          <ac:chgData name="Peter Lawson" userId="d125fe8d-cf94-4d08-8d83-368c03548c23" providerId="ADAL" clId="{4201522F-BA85-53C0-B5FB-D74E9F5E0C69}" dt="2026-10-13T16:58:32.163" v="5487" actId="1076"/>
          <ac:picMkLst>
            <pc:docMk/>
            <pc:sldMk cId="1175936069" sldId="634"/>
            <ac:picMk id="6" creationId="{C894C734-62BD-EC7D-3926-1820AE63A5A3}"/>
          </ac:picMkLst>
        </pc:picChg>
        <pc:picChg chg="add del">
          <ac:chgData name="Peter Lawson" userId="d125fe8d-cf94-4d08-8d83-368c03548c23" providerId="ADAL" clId="{4201522F-BA85-53C0-B5FB-D74E9F5E0C69}" dt="2026-10-13T16:07:28.260" v="4698" actId="22"/>
          <ac:picMkLst>
            <pc:docMk/>
            <pc:sldMk cId="1175936069" sldId="634"/>
            <ac:picMk id="10" creationId="{7303928B-76CC-7253-5359-57F841D11FB6}"/>
          </ac:picMkLst>
        </pc:picChg>
        <pc:picChg chg="add mod">
          <ac:chgData name="Peter Lawson" userId="d125fe8d-cf94-4d08-8d83-368c03548c23" providerId="ADAL" clId="{4201522F-BA85-53C0-B5FB-D74E9F5E0C69}" dt="2026-10-13T17:06:46.594" v="5529" actId="1076"/>
          <ac:picMkLst>
            <pc:docMk/>
            <pc:sldMk cId="1175936069" sldId="634"/>
            <ac:picMk id="12" creationId="{412A3C6D-EF60-8F0A-D46E-741CDE2E5542}"/>
          </ac:picMkLst>
        </pc:picChg>
      </pc:sldChg>
      <pc:sldChg chg="modSp add del mod ord">
        <pc:chgData name="Peter Lawson" userId="d125fe8d-cf94-4d08-8d83-368c03548c23" providerId="ADAL" clId="{4201522F-BA85-53C0-B5FB-D74E9F5E0C69}" dt="2026-10-13T16:33:14.846" v="5127" actId="2696"/>
        <pc:sldMkLst>
          <pc:docMk/>
          <pc:sldMk cId="808419541" sldId="635"/>
        </pc:sldMkLst>
        <pc:spChg chg="mod">
          <ac:chgData name="Peter Lawson" userId="d125fe8d-cf94-4d08-8d83-368c03548c23" providerId="ADAL" clId="{4201522F-BA85-53C0-B5FB-D74E9F5E0C69}" dt="2026-10-13T16:29:32.930" v="5106" actId="20577"/>
          <ac:spMkLst>
            <pc:docMk/>
            <pc:sldMk cId="808419541" sldId="635"/>
            <ac:spMk id="2" creationId="{BDF33860-5249-A5F6-AA4C-F7C7B352F7C4}"/>
          </ac:spMkLst>
        </pc:spChg>
        <pc:spChg chg="mod">
          <ac:chgData name="Peter Lawson" userId="d125fe8d-cf94-4d08-8d83-368c03548c23" providerId="ADAL" clId="{4201522F-BA85-53C0-B5FB-D74E9F5E0C69}" dt="2026-10-13T16:29:47.143" v="5125" actId="20577"/>
          <ac:spMkLst>
            <pc:docMk/>
            <pc:sldMk cId="808419541" sldId="635"/>
            <ac:spMk id="3" creationId="{C0B0EDF4-008C-9770-A999-ED3B87D53A8C}"/>
          </ac:spMkLst>
        </pc:spChg>
      </pc:sldChg>
      <pc:sldChg chg="new del">
        <pc:chgData name="Peter Lawson" userId="d125fe8d-cf94-4d08-8d83-368c03548c23" providerId="ADAL" clId="{4201522F-BA85-53C0-B5FB-D74E9F5E0C69}" dt="2026-10-13T16:33:34.779" v="5130" actId="2696"/>
        <pc:sldMkLst>
          <pc:docMk/>
          <pc:sldMk cId="4068272664" sldId="635"/>
        </pc:sldMkLst>
      </pc:sldChg>
      <pc:sldChg chg="addSp delSp modSp add mod">
        <pc:chgData name="Peter Lawson" userId="d125fe8d-cf94-4d08-8d83-368c03548c23" providerId="ADAL" clId="{4201522F-BA85-53C0-B5FB-D74E9F5E0C69}" dt="2026-10-13T16:38:20.773" v="5186" actId="20577"/>
        <pc:sldMkLst>
          <pc:docMk/>
          <pc:sldMk cId="2426604210" sldId="636"/>
        </pc:sldMkLst>
        <pc:spChg chg="mod">
          <ac:chgData name="Peter Lawson" userId="d125fe8d-cf94-4d08-8d83-368c03548c23" providerId="ADAL" clId="{4201522F-BA85-53C0-B5FB-D74E9F5E0C69}" dt="2026-10-13T16:34:55.283" v="5167" actId="20577"/>
          <ac:spMkLst>
            <pc:docMk/>
            <pc:sldMk cId="2426604210" sldId="636"/>
            <ac:spMk id="2" creationId="{B2DDD109-FB5C-C7A7-28FF-D969734B441B}"/>
          </ac:spMkLst>
        </pc:spChg>
        <pc:spChg chg="mod">
          <ac:chgData name="Peter Lawson" userId="d125fe8d-cf94-4d08-8d83-368c03548c23" providerId="ADAL" clId="{4201522F-BA85-53C0-B5FB-D74E9F5E0C69}" dt="2026-10-13T16:38:20.773" v="5186" actId="20577"/>
          <ac:spMkLst>
            <pc:docMk/>
            <pc:sldMk cId="2426604210" sldId="636"/>
            <ac:spMk id="5" creationId="{AF14884A-B11A-6AE3-EEE8-B6AEF1E8C0B6}"/>
          </ac:spMkLst>
        </pc:spChg>
        <pc:picChg chg="del">
          <ac:chgData name="Peter Lawson" userId="d125fe8d-cf94-4d08-8d83-368c03548c23" providerId="ADAL" clId="{4201522F-BA85-53C0-B5FB-D74E9F5E0C69}" dt="2026-10-13T16:34:01.105" v="5131" actId="478"/>
          <ac:picMkLst>
            <pc:docMk/>
            <pc:sldMk cId="2426604210" sldId="636"/>
            <ac:picMk id="3" creationId="{DD51B050-2CE6-BE02-3377-2EEE636980A1}"/>
          </ac:picMkLst>
        </pc:picChg>
        <pc:picChg chg="add mod">
          <ac:chgData name="Peter Lawson" userId="d125fe8d-cf94-4d08-8d83-368c03548c23" providerId="ADAL" clId="{4201522F-BA85-53C0-B5FB-D74E9F5E0C69}" dt="2026-10-13T16:34:04.608" v="5133" actId="1076"/>
          <ac:picMkLst>
            <pc:docMk/>
            <pc:sldMk cId="2426604210" sldId="636"/>
            <ac:picMk id="4" creationId="{3A40445C-35A1-159F-00DF-17671B2B6C8E}"/>
          </ac:picMkLst>
        </pc:picChg>
      </pc:sldChg>
      <pc:sldChg chg="addSp delSp modSp add mod">
        <pc:chgData name="Peter Lawson" userId="d125fe8d-cf94-4d08-8d83-368c03548c23" providerId="ADAL" clId="{4201522F-BA85-53C0-B5FB-D74E9F5E0C69}" dt="2026-10-13T16:38:29.461" v="5187"/>
        <pc:sldMkLst>
          <pc:docMk/>
          <pc:sldMk cId="1701781412" sldId="637"/>
        </pc:sldMkLst>
        <pc:spChg chg="del">
          <ac:chgData name="Peter Lawson" userId="d125fe8d-cf94-4d08-8d83-368c03548c23" providerId="ADAL" clId="{4201522F-BA85-53C0-B5FB-D74E9F5E0C69}" dt="2026-10-13T16:38:11.640" v="5175" actId="478"/>
          <ac:spMkLst>
            <pc:docMk/>
            <pc:sldMk cId="1701781412" sldId="637"/>
            <ac:spMk id="5" creationId="{512B4016-D1BF-65A0-6A42-D2735CAB68AD}"/>
          </ac:spMkLst>
        </pc:spChg>
        <pc:spChg chg="add del">
          <ac:chgData name="Peter Lawson" userId="d125fe8d-cf94-4d08-8d83-368c03548c23" providerId="ADAL" clId="{4201522F-BA85-53C0-B5FB-D74E9F5E0C69}" dt="2026-10-13T16:38:13.245" v="5177" actId="22"/>
          <ac:spMkLst>
            <pc:docMk/>
            <pc:sldMk cId="1701781412" sldId="637"/>
            <ac:spMk id="7" creationId="{2FA2502F-8A4B-9E56-70BB-5C1987D5F454}"/>
          </ac:spMkLst>
        </pc:spChg>
        <pc:spChg chg="add mod">
          <ac:chgData name="Peter Lawson" userId="d125fe8d-cf94-4d08-8d83-368c03548c23" providerId="ADAL" clId="{4201522F-BA85-53C0-B5FB-D74E9F5E0C69}" dt="2026-10-13T16:38:29.461" v="5187"/>
          <ac:spMkLst>
            <pc:docMk/>
            <pc:sldMk cId="1701781412" sldId="637"/>
            <ac:spMk id="8" creationId="{C22AF702-5163-7473-38B2-A7501847BC79}"/>
          </ac:spMkLst>
        </pc:spChg>
        <pc:picChg chg="add mod">
          <ac:chgData name="Peter Lawson" userId="d125fe8d-cf94-4d08-8d83-368c03548c23" providerId="ADAL" clId="{4201522F-BA85-53C0-B5FB-D74E9F5E0C69}" dt="2026-10-13T16:35:07.643" v="5172" actId="1076"/>
          <ac:picMkLst>
            <pc:docMk/>
            <pc:sldMk cId="1701781412" sldId="637"/>
            <ac:picMk id="3" creationId="{A3BD34F9-D915-D17F-EC16-9D0CEB80BF37}"/>
          </ac:picMkLst>
        </pc:picChg>
        <pc:picChg chg="del mod">
          <ac:chgData name="Peter Lawson" userId="d125fe8d-cf94-4d08-8d83-368c03548c23" providerId="ADAL" clId="{4201522F-BA85-53C0-B5FB-D74E9F5E0C69}" dt="2026-10-13T16:35:02.839" v="5170" actId="478"/>
          <ac:picMkLst>
            <pc:docMk/>
            <pc:sldMk cId="1701781412" sldId="637"/>
            <ac:picMk id="4" creationId="{5152A813-E841-611F-88FD-6117E8DE6763}"/>
          </ac:picMkLst>
        </pc:picChg>
      </pc:sldChg>
      <pc:sldChg chg="addSp delSp modSp new mod">
        <pc:chgData name="Peter Lawson" userId="d125fe8d-cf94-4d08-8d83-368c03548c23" providerId="ADAL" clId="{4201522F-BA85-53C0-B5FB-D74E9F5E0C69}" dt="2026-10-13T16:50:42.881" v="5306" actId="120"/>
        <pc:sldMkLst>
          <pc:docMk/>
          <pc:sldMk cId="4087376394" sldId="638"/>
        </pc:sldMkLst>
        <pc:spChg chg="mod">
          <ac:chgData name="Peter Lawson" userId="d125fe8d-cf94-4d08-8d83-368c03548c23" providerId="ADAL" clId="{4201522F-BA85-53C0-B5FB-D74E9F5E0C69}" dt="2026-10-13T16:50:18.949" v="5304" actId="20577"/>
          <ac:spMkLst>
            <pc:docMk/>
            <pc:sldMk cId="4087376394" sldId="638"/>
            <ac:spMk id="2" creationId="{46CAFC9E-FBBB-9C60-1584-D0476B0DCCE4}"/>
          </ac:spMkLst>
        </pc:spChg>
        <pc:spChg chg="del">
          <ac:chgData name="Peter Lawson" userId="d125fe8d-cf94-4d08-8d83-368c03548c23" providerId="ADAL" clId="{4201522F-BA85-53C0-B5FB-D74E9F5E0C69}" dt="2026-10-13T16:44:40.487" v="5189" actId="478"/>
          <ac:spMkLst>
            <pc:docMk/>
            <pc:sldMk cId="4087376394" sldId="638"/>
            <ac:spMk id="3" creationId="{DF1F2656-BE3C-6FD2-92C3-82247D74CF1F}"/>
          </ac:spMkLst>
        </pc:spChg>
        <pc:spChg chg="add del">
          <ac:chgData name="Peter Lawson" userId="d125fe8d-cf94-4d08-8d83-368c03548c23" providerId="ADAL" clId="{4201522F-BA85-53C0-B5FB-D74E9F5E0C69}" dt="2026-10-13T16:44:42.142" v="5191" actId="22"/>
          <ac:spMkLst>
            <pc:docMk/>
            <pc:sldMk cId="4087376394" sldId="638"/>
            <ac:spMk id="5" creationId="{D3592310-E653-6F84-FB20-6910B077067E}"/>
          </ac:spMkLst>
        </pc:spChg>
        <pc:spChg chg="add mod">
          <ac:chgData name="Peter Lawson" userId="d125fe8d-cf94-4d08-8d83-368c03548c23" providerId="ADAL" clId="{4201522F-BA85-53C0-B5FB-D74E9F5E0C69}" dt="2026-10-13T16:49:56.121" v="5263" actId="120"/>
          <ac:spMkLst>
            <pc:docMk/>
            <pc:sldMk cId="4087376394" sldId="638"/>
            <ac:spMk id="7" creationId="{82BDAC55-5763-3679-D7A0-E70B4C5779B6}"/>
          </ac:spMkLst>
        </pc:spChg>
        <pc:spChg chg="add mod">
          <ac:chgData name="Peter Lawson" userId="d125fe8d-cf94-4d08-8d83-368c03548c23" providerId="ADAL" clId="{4201522F-BA85-53C0-B5FB-D74E9F5E0C69}" dt="2026-10-13T16:50:42.881" v="5306" actId="120"/>
          <ac:spMkLst>
            <pc:docMk/>
            <pc:sldMk cId="4087376394" sldId="638"/>
            <ac:spMk id="8" creationId="{A210EA81-E8B1-2A78-3E79-EE3894279AA1}"/>
          </ac:spMkLst>
        </pc:spChg>
        <pc:picChg chg="add mod modCrop">
          <ac:chgData name="Peter Lawson" userId="d125fe8d-cf94-4d08-8d83-368c03548c23" providerId="ADAL" clId="{4201522F-BA85-53C0-B5FB-D74E9F5E0C69}" dt="2026-10-13T16:49:53.376" v="5257" actId="1035"/>
          <ac:picMkLst>
            <pc:docMk/>
            <pc:sldMk cId="4087376394" sldId="638"/>
            <ac:picMk id="6" creationId="{C81C6949-3024-A3FA-7C33-EF055C02060C}"/>
          </ac:picMkLst>
        </pc:picChg>
      </pc:sldChg>
      <pc:sldChg chg="modSp add del mod">
        <pc:chgData name="Peter Lawson" userId="d125fe8d-cf94-4d08-8d83-368c03548c23" providerId="ADAL" clId="{4201522F-BA85-53C0-B5FB-D74E9F5E0C69}" dt="2026-10-13T16:52:04.431" v="5376" actId="2711"/>
        <pc:sldMkLst>
          <pc:docMk/>
          <pc:sldMk cId="1195068224" sldId="639"/>
        </pc:sldMkLst>
        <pc:spChg chg="mod">
          <ac:chgData name="Peter Lawson" userId="d125fe8d-cf94-4d08-8d83-368c03548c23" providerId="ADAL" clId="{4201522F-BA85-53C0-B5FB-D74E9F5E0C69}" dt="2026-10-13T16:52:04.431" v="5376" actId="2711"/>
          <ac:spMkLst>
            <pc:docMk/>
            <pc:sldMk cId="1195068224" sldId="639"/>
            <ac:spMk id="2" creationId="{DB8C5365-4120-9FFA-B8E3-BF42030F3AC0}"/>
          </ac:spMkLst>
        </pc:spChg>
      </pc:sldChg>
      <pc:sldMasterChg chg="modSp mod modSldLayout">
        <pc:chgData name="Peter Lawson" userId="d125fe8d-cf94-4d08-8d83-368c03548c23" providerId="ADAL" clId="{4201522F-BA85-53C0-B5FB-D74E9F5E0C69}" dt="2026-10-12T19:01:52.614" v="2199" actId="255"/>
        <pc:sldMasterMkLst>
          <pc:docMk/>
          <pc:sldMasterMk cId="2853838599" sldId="2147483648"/>
        </pc:sldMasterMkLst>
        <pc:spChg chg="mod">
          <ac:chgData name="Peter Lawson" userId="d125fe8d-cf94-4d08-8d83-368c03548c23" providerId="ADAL" clId="{4201522F-BA85-53C0-B5FB-D74E9F5E0C69}" dt="2026-10-10T19:55:37.914" v="873" actId="207"/>
          <ac:spMkLst>
            <pc:docMk/>
            <pc:sldMasterMk cId="2853838599" sldId="2147483648"/>
            <ac:spMk id="2" creationId="{DFBD2B07-0381-6436-0358-DC7F27BE70C9}"/>
          </ac:spMkLst>
        </pc:spChg>
        <pc:spChg chg="mod">
          <ac:chgData name="Peter Lawson" userId="d125fe8d-cf94-4d08-8d83-368c03548c23" providerId="ADAL" clId="{4201522F-BA85-53C0-B5FB-D74E9F5E0C69}" dt="2026-10-10T19:55:47.222" v="875" actId="207"/>
          <ac:spMkLst>
            <pc:docMk/>
            <pc:sldMasterMk cId="2853838599" sldId="2147483648"/>
            <ac:spMk id="3" creationId="{CDA07426-B9A4-8680-3305-BD6E30C15387}"/>
          </ac:spMkLst>
        </pc:spChg>
        <pc:spChg chg="mod">
          <ac:chgData name="Peter Lawson" userId="d125fe8d-cf94-4d08-8d83-368c03548c23" providerId="ADAL" clId="{4201522F-BA85-53C0-B5FB-D74E9F5E0C69}" dt="2026-10-10T18:40:52.375" v="5" actId="2711"/>
          <ac:spMkLst>
            <pc:docMk/>
            <pc:sldMasterMk cId="2853838599" sldId="2147483648"/>
            <ac:spMk id="11" creationId="{90FE453B-9166-889F-2BFE-D49681679060}"/>
          </ac:spMkLst>
        </pc:spChg>
        <pc:sldLayoutChg chg="addSp modSp mod">
          <pc:chgData name="Peter Lawson" userId="d125fe8d-cf94-4d08-8d83-368c03548c23" providerId="ADAL" clId="{4201522F-BA85-53C0-B5FB-D74E9F5E0C69}" dt="2026-10-10T18:59:58.458" v="205" actId="1036"/>
          <pc:sldLayoutMkLst>
            <pc:docMk/>
            <pc:sldMasterMk cId="2853838599" sldId="2147483648"/>
            <pc:sldLayoutMk cId="1436966689" sldId="2147483649"/>
          </pc:sldLayoutMkLst>
          <pc:spChg chg="mod">
            <ac:chgData name="Peter Lawson" userId="d125fe8d-cf94-4d08-8d83-368c03548c23" providerId="ADAL" clId="{4201522F-BA85-53C0-B5FB-D74E9F5E0C69}" dt="2026-10-10T18:48:06.640" v="92" actId="255"/>
            <ac:spMkLst>
              <pc:docMk/>
              <pc:sldMasterMk cId="2853838599" sldId="2147483648"/>
              <pc:sldLayoutMk cId="1436966689" sldId="2147483649"/>
              <ac:spMk id="2" creationId="{B984C28A-A459-D943-A8E2-22E5CD00D870}"/>
            </ac:spMkLst>
          </pc:spChg>
          <pc:spChg chg="mod">
            <ac:chgData name="Peter Lawson" userId="d125fe8d-cf94-4d08-8d83-368c03548c23" providerId="ADAL" clId="{4201522F-BA85-53C0-B5FB-D74E9F5E0C69}" dt="2026-10-10T18:59:58.458" v="205" actId="1036"/>
            <ac:spMkLst>
              <pc:docMk/>
              <pc:sldMasterMk cId="2853838599" sldId="2147483648"/>
              <pc:sldLayoutMk cId="1436966689" sldId="2147483649"/>
              <ac:spMk id="3" creationId="{7A06B4E1-DA72-BF13-CBC8-B98E08D3BE2F}"/>
            </ac:spMkLst>
          </pc:spChg>
          <pc:spChg chg="mod">
            <ac:chgData name="Peter Lawson" userId="d125fe8d-cf94-4d08-8d83-368c03548c23" providerId="ADAL" clId="{4201522F-BA85-53C0-B5FB-D74E9F5E0C69}" dt="2026-10-10T18:47:26.741" v="67" actId="1076"/>
            <ac:spMkLst>
              <pc:docMk/>
              <pc:sldMasterMk cId="2853838599" sldId="2147483648"/>
              <pc:sldLayoutMk cId="1436966689" sldId="2147483649"/>
              <ac:spMk id="5" creationId="{B46C3136-B732-A4E0-0F2B-04EC3A613D6C}"/>
            </ac:spMkLst>
          </pc:spChg>
        </pc:sldLayoutChg>
        <pc:sldLayoutChg chg="modSp mod">
          <pc:chgData name="Peter Lawson" userId="d125fe8d-cf94-4d08-8d83-368c03548c23" providerId="ADAL" clId="{4201522F-BA85-53C0-B5FB-D74E9F5E0C69}" dt="2026-10-10T20:48:26.162" v="1488" actId="207"/>
          <pc:sldLayoutMkLst>
            <pc:docMk/>
            <pc:sldMasterMk cId="2853838599" sldId="2147483648"/>
            <pc:sldLayoutMk cId="3961856537" sldId="2147483650"/>
          </pc:sldLayoutMkLst>
          <pc:spChg chg="mod">
            <ac:chgData name="Peter Lawson" userId="d125fe8d-cf94-4d08-8d83-368c03548c23" providerId="ADAL" clId="{4201522F-BA85-53C0-B5FB-D74E9F5E0C69}" dt="2026-10-10T20:48:26.162" v="1488" actId="207"/>
            <ac:spMkLst>
              <pc:docMk/>
              <pc:sldMasterMk cId="2853838599" sldId="2147483648"/>
              <pc:sldLayoutMk cId="3961856537" sldId="2147483650"/>
              <ac:spMk id="2" creationId="{70590717-2318-AD7A-2B24-6E6A91CA9BEB}"/>
            </ac:spMkLst>
          </pc:spChg>
        </pc:sldLayoutChg>
        <pc:sldLayoutChg chg="modSp mod">
          <pc:chgData name="Peter Lawson" userId="d125fe8d-cf94-4d08-8d83-368c03548c23" providerId="ADAL" clId="{4201522F-BA85-53C0-B5FB-D74E9F5E0C69}" dt="2026-10-10T18:59:14.670" v="198" actId="948"/>
          <pc:sldLayoutMkLst>
            <pc:docMk/>
            <pc:sldMasterMk cId="2853838599" sldId="2147483648"/>
            <pc:sldLayoutMk cId="3487903595" sldId="2147483651"/>
          </pc:sldLayoutMkLst>
          <pc:spChg chg="mod">
            <ac:chgData name="Peter Lawson" userId="d125fe8d-cf94-4d08-8d83-368c03548c23" providerId="ADAL" clId="{4201522F-BA85-53C0-B5FB-D74E9F5E0C69}" dt="2026-10-10T18:58:07.821" v="187" actId="1076"/>
            <ac:spMkLst>
              <pc:docMk/>
              <pc:sldMasterMk cId="2853838599" sldId="2147483648"/>
              <pc:sldLayoutMk cId="3487903595" sldId="2147483651"/>
              <ac:spMk id="2" creationId="{63DA507A-53D0-1183-DBB4-3FBACAC94371}"/>
            </ac:spMkLst>
          </pc:spChg>
          <pc:spChg chg="mod">
            <ac:chgData name="Peter Lawson" userId="d125fe8d-cf94-4d08-8d83-368c03548c23" providerId="ADAL" clId="{4201522F-BA85-53C0-B5FB-D74E9F5E0C69}" dt="2026-10-10T18:59:14.670" v="198" actId="948"/>
            <ac:spMkLst>
              <pc:docMk/>
              <pc:sldMasterMk cId="2853838599" sldId="2147483648"/>
              <pc:sldLayoutMk cId="3487903595" sldId="2147483651"/>
              <ac:spMk id="3" creationId="{0ED33B35-8A39-0584-6EC4-7FAF421656CD}"/>
            </ac:spMkLst>
          </pc:spChg>
        </pc:sldLayoutChg>
        <pc:sldLayoutChg chg="modSp mod">
          <pc:chgData name="Peter Lawson" userId="d125fe8d-cf94-4d08-8d83-368c03548c23" providerId="ADAL" clId="{4201522F-BA85-53C0-B5FB-D74E9F5E0C69}" dt="2026-10-12T19:01:52.614" v="2199" actId="255"/>
          <pc:sldLayoutMkLst>
            <pc:docMk/>
            <pc:sldMasterMk cId="2853838599" sldId="2147483648"/>
            <pc:sldLayoutMk cId="855277503" sldId="2147483652"/>
          </pc:sldLayoutMkLst>
          <pc:spChg chg="mod">
            <ac:chgData name="Peter Lawson" userId="d125fe8d-cf94-4d08-8d83-368c03548c23" providerId="ADAL" clId="{4201522F-BA85-53C0-B5FB-D74E9F5E0C69}" dt="2026-10-12T18:36:23.251" v="1873" actId="255"/>
            <ac:spMkLst>
              <pc:docMk/>
              <pc:sldMasterMk cId="2853838599" sldId="2147483648"/>
              <pc:sldLayoutMk cId="855277503" sldId="2147483652"/>
              <ac:spMk id="2" creationId="{D292D6B0-B3E3-23DC-0B25-2B45F1C3B932}"/>
            </ac:spMkLst>
          </pc:spChg>
          <pc:spChg chg="mod">
            <ac:chgData name="Peter Lawson" userId="d125fe8d-cf94-4d08-8d83-368c03548c23" providerId="ADAL" clId="{4201522F-BA85-53C0-B5FB-D74E9F5E0C69}" dt="2026-10-12T19:01:45.376" v="2198" actId="255"/>
            <ac:spMkLst>
              <pc:docMk/>
              <pc:sldMasterMk cId="2853838599" sldId="2147483648"/>
              <pc:sldLayoutMk cId="855277503" sldId="2147483652"/>
              <ac:spMk id="3" creationId="{6C8511B8-AB73-193C-5563-199B60888A1C}"/>
            </ac:spMkLst>
          </pc:spChg>
          <pc:spChg chg="mod">
            <ac:chgData name="Peter Lawson" userId="d125fe8d-cf94-4d08-8d83-368c03548c23" providerId="ADAL" clId="{4201522F-BA85-53C0-B5FB-D74E9F5E0C69}" dt="2026-10-12T19:01:52.614" v="2199" actId="255"/>
            <ac:spMkLst>
              <pc:docMk/>
              <pc:sldMasterMk cId="2853838599" sldId="2147483648"/>
              <pc:sldLayoutMk cId="855277503" sldId="2147483652"/>
              <ac:spMk id="4" creationId="{6E203398-92A0-59A6-E173-360C87EBA441}"/>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207D5B-2F0E-E932-E173-055DA3BF7A9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38752ED-76E3-9D44-AAB4-ADC8C07CA6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5C1B8C-4346-A04B-B921-5AF30036597A}" type="datetimeFigureOut">
              <a:rPr lang="en-US" smtClean="0"/>
              <a:t>10/13/26</a:t>
            </a:fld>
            <a:endParaRPr lang="en-US"/>
          </a:p>
        </p:txBody>
      </p:sp>
      <p:sp>
        <p:nvSpPr>
          <p:cNvPr id="4" name="Footer Placeholder 3">
            <a:extLst>
              <a:ext uri="{FF2B5EF4-FFF2-40B4-BE49-F238E27FC236}">
                <a16:creationId xmlns:a16="http://schemas.microsoft.com/office/drawing/2014/main" id="{EF1C4CBF-A677-FD10-9684-160EF11FFF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D0C1E03-9A28-6E8F-22C5-EFEF160327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8D69C8-E51B-9E4B-904B-4028F8336870}" type="slidenum">
              <a:rPr lang="en-US" smtClean="0"/>
              <a:t>‹#›</a:t>
            </a:fld>
            <a:endParaRPr lang="en-US"/>
          </a:p>
        </p:txBody>
      </p:sp>
    </p:spTree>
    <p:extLst>
      <p:ext uri="{BB962C8B-B14F-4D97-AF65-F5344CB8AC3E}">
        <p14:creationId xmlns:p14="http://schemas.microsoft.com/office/powerpoint/2010/main" val="25032578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59215-6197-F64F-8AA0-9EA71BFA9EC0}"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C75F04-82B8-0E49-B566-9584D9A3F57B}" type="slidenum">
              <a:rPr lang="en-US" smtClean="0"/>
              <a:t>‹#›</a:t>
            </a:fld>
            <a:endParaRPr lang="en-US"/>
          </a:p>
        </p:txBody>
      </p:sp>
    </p:spTree>
    <p:extLst>
      <p:ext uri="{BB962C8B-B14F-4D97-AF65-F5344CB8AC3E}">
        <p14:creationId xmlns:p14="http://schemas.microsoft.com/office/powerpoint/2010/main" val="1547579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558ADA-C363-4E43-B611-8C351101C4F4}" type="slidenum">
              <a:rPr lang="en-US" smtClean="0"/>
              <a:t>3</a:t>
            </a:fld>
            <a:endParaRPr lang="en-US"/>
          </a:p>
        </p:txBody>
      </p:sp>
    </p:spTree>
    <p:extLst>
      <p:ext uri="{BB962C8B-B14F-4D97-AF65-F5344CB8AC3E}">
        <p14:creationId xmlns:p14="http://schemas.microsoft.com/office/powerpoint/2010/main" val="3205668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AB6D7-7991-79BA-8505-928B3BA5F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FEC9C-6918-E3C9-EA60-8B49DEF4F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A8689-512D-E5FE-7843-68E0BE49CABF}"/>
              </a:ext>
            </a:extLst>
          </p:cNvPr>
          <p:cNvSpPr>
            <a:spLocks noGrp="1"/>
          </p:cNvSpPr>
          <p:nvPr>
            <p:ph type="body" idx="1"/>
          </p:nvPr>
        </p:nvSpPr>
        <p:spPr/>
        <p:txBody>
          <a:bodyPr/>
          <a:lstStyle/>
          <a:p>
            <a:r>
              <a:rPr lang="en-US" dirty="0"/>
              <a:t>Accessibility is not an afterthought – it’s fundamental.</a:t>
            </a:r>
          </a:p>
        </p:txBody>
      </p:sp>
      <p:sp>
        <p:nvSpPr>
          <p:cNvPr id="4" name="Slide Number Placeholder 3">
            <a:extLst>
              <a:ext uri="{FF2B5EF4-FFF2-40B4-BE49-F238E27FC236}">
                <a16:creationId xmlns:a16="http://schemas.microsoft.com/office/drawing/2014/main" id="{B9089F81-1DEA-5490-E6FC-D2810003A792}"/>
              </a:ext>
            </a:extLst>
          </p:cNvPr>
          <p:cNvSpPr>
            <a:spLocks noGrp="1"/>
          </p:cNvSpPr>
          <p:nvPr>
            <p:ph type="sldNum" sz="quarter" idx="5"/>
          </p:nvPr>
        </p:nvSpPr>
        <p:spPr/>
        <p:txBody>
          <a:bodyPr/>
          <a:lstStyle/>
          <a:p>
            <a:fld id="{95C75F04-82B8-0E49-B566-9584D9A3F57B}" type="slidenum">
              <a:rPr lang="en-US" smtClean="0"/>
              <a:t>4</a:t>
            </a:fld>
            <a:endParaRPr lang="en-US"/>
          </a:p>
        </p:txBody>
      </p:sp>
    </p:spTree>
    <p:extLst>
      <p:ext uri="{BB962C8B-B14F-4D97-AF65-F5344CB8AC3E}">
        <p14:creationId xmlns:p14="http://schemas.microsoft.com/office/powerpoint/2010/main" val="4118941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C75F04-82B8-0E49-B566-9584D9A3F57B}" type="slidenum">
              <a:rPr lang="en-US" smtClean="0"/>
              <a:t>8</a:t>
            </a:fld>
            <a:endParaRPr lang="en-US"/>
          </a:p>
        </p:txBody>
      </p:sp>
    </p:spTree>
    <p:extLst>
      <p:ext uri="{BB962C8B-B14F-4D97-AF65-F5344CB8AC3E}">
        <p14:creationId xmlns:p14="http://schemas.microsoft.com/office/powerpoint/2010/main" val="3253216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54DA9-B6DA-DE08-7D0C-D15DE018C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A3781-28EB-13C3-C33A-C19593350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5860B-C864-D96A-6994-8747C460CE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Latin </a:t>
            </a:r>
            <a:r>
              <a:rPr lang="en-US" sz="1200" b="0" i="1" kern="1200" dirty="0" err="1">
                <a:solidFill>
                  <a:schemeClr val="tx1"/>
                </a:solidFill>
                <a:effectLst/>
                <a:latin typeface="+mn-lt"/>
                <a:ea typeface="+mn-ea"/>
                <a:cs typeface="+mn-cs"/>
              </a:rPr>
              <a:t>nominalis</a:t>
            </a:r>
            <a:r>
              <a:rPr lang="en-US" sz="1200" b="0" i="0" kern="1200" dirty="0">
                <a:solidFill>
                  <a:schemeClr val="tx1"/>
                </a:solidFill>
                <a:effectLst/>
                <a:latin typeface="+mn-lt"/>
                <a:ea typeface="+mn-ea"/>
                <a:cs typeface="+mn-cs"/>
              </a:rPr>
              <a:t> "pertaining to a name or names. </a:t>
            </a:r>
            <a:endParaRPr lang="en-US" dirty="0"/>
          </a:p>
          <a:p>
            <a:endParaRPr lang="en-US" dirty="0"/>
          </a:p>
        </p:txBody>
      </p:sp>
      <p:sp>
        <p:nvSpPr>
          <p:cNvPr id="4" name="Slide Number Placeholder 3">
            <a:extLst>
              <a:ext uri="{FF2B5EF4-FFF2-40B4-BE49-F238E27FC236}">
                <a16:creationId xmlns:a16="http://schemas.microsoft.com/office/drawing/2014/main" id="{9CC4984A-2C37-6482-8D1D-EDCEE51BDD9A}"/>
              </a:ext>
            </a:extLst>
          </p:cNvPr>
          <p:cNvSpPr>
            <a:spLocks noGrp="1"/>
          </p:cNvSpPr>
          <p:nvPr>
            <p:ph type="sldNum" sz="quarter" idx="5"/>
          </p:nvPr>
        </p:nvSpPr>
        <p:spPr/>
        <p:txBody>
          <a:bodyPr/>
          <a:lstStyle/>
          <a:p>
            <a:fld id="{95C75F04-82B8-0E49-B566-9584D9A3F57B}" type="slidenum">
              <a:rPr lang="en-US" smtClean="0"/>
              <a:t>9</a:t>
            </a:fld>
            <a:endParaRPr lang="en-US"/>
          </a:p>
        </p:txBody>
      </p:sp>
    </p:spTree>
    <p:extLst>
      <p:ext uri="{BB962C8B-B14F-4D97-AF65-F5344CB8AC3E}">
        <p14:creationId xmlns:p14="http://schemas.microsoft.com/office/powerpoint/2010/main" val="3514036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perceptual system has two fundamentally different sensory modalities.</a:t>
            </a:r>
          </a:p>
          <a:p>
            <a:pPr marL="457200" lvl="0" indent="-342900" algn="l" rtl="0">
              <a:spcBef>
                <a:spcPts val="0"/>
              </a:spcBef>
              <a:spcAft>
                <a:spcPts val="0"/>
              </a:spcAft>
              <a:buSzPts val="1800"/>
              <a:buChar char="●"/>
            </a:pPr>
            <a:r>
              <a:rPr lang="en-US" dirty="0"/>
              <a:t>Humans naturally perceive objects as organized patterns and objects</a:t>
            </a:r>
          </a:p>
          <a:p>
            <a:pPr marL="914400" lvl="1" indent="-342900" algn="l" rtl="0">
              <a:spcBef>
                <a:spcPts val="0"/>
              </a:spcBef>
              <a:spcAft>
                <a:spcPts val="0"/>
              </a:spcAft>
              <a:buSzPts val="1800"/>
              <a:buChar char="○"/>
            </a:pPr>
            <a:r>
              <a:rPr lang="en-US" sz="1800" dirty="0"/>
              <a:t>known as </a:t>
            </a:r>
            <a:r>
              <a:rPr lang="en-US" sz="1800" dirty="0" err="1"/>
              <a:t>Prägnanz</a:t>
            </a:r>
            <a:endParaRPr lang="en-US" sz="1800" dirty="0"/>
          </a:p>
          <a:p>
            <a:pPr marL="457200" lvl="0" indent="-342900" algn="l" rtl="0">
              <a:spcBef>
                <a:spcPts val="0"/>
              </a:spcBef>
              <a:spcAft>
                <a:spcPts val="0"/>
              </a:spcAft>
              <a:buSzPts val="1800"/>
              <a:buChar char="●"/>
            </a:pPr>
            <a:r>
              <a:rPr lang="en-US" dirty="0"/>
              <a:t>Gestalt: “more than the sum of its parts”</a:t>
            </a:r>
          </a:p>
          <a:p>
            <a:pPr marL="457200" lvl="0" indent="-342900" algn="l" rtl="0">
              <a:spcBef>
                <a:spcPts val="0"/>
              </a:spcBef>
              <a:spcAft>
                <a:spcPts val="0"/>
              </a:spcAft>
              <a:buSzPts val="1800"/>
              <a:buChar char="●"/>
            </a:pPr>
            <a:r>
              <a:rPr lang="en-US" dirty="0"/>
              <a:t>Early 20th century psychology</a:t>
            </a:r>
          </a:p>
          <a:p>
            <a:pPr marL="914400" lvl="1" indent="-342900" algn="l" rtl="0">
              <a:spcBef>
                <a:spcPts val="0"/>
              </a:spcBef>
              <a:spcAft>
                <a:spcPts val="0"/>
              </a:spcAft>
              <a:buSzPts val="1800"/>
              <a:buChar char="●"/>
            </a:pPr>
            <a:r>
              <a:rPr lang="en-US" dirty="0"/>
              <a:t>1923 </a:t>
            </a:r>
            <a:r>
              <a:rPr lang="en-US" i="1" dirty="0"/>
              <a:t>Gestalt laws of perceptual organization - Max Wertheimer</a:t>
            </a:r>
            <a:endParaRPr lang="en-US" dirty="0"/>
          </a:p>
          <a:p>
            <a:pPr marL="457200" lvl="0" indent="-342900" algn="l" rtl="0">
              <a:spcBef>
                <a:spcPts val="0"/>
              </a:spcBef>
              <a:spcAft>
                <a:spcPts val="0"/>
              </a:spcAft>
              <a:buSzPts val="1800"/>
              <a:buChar char="●"/>
            </a:pPr>
            <a:r>
              <a:rPr lang="en-US" dirty="0"/>
              <a:t>Principles of how we perceive patterns can be important to data visualization</a:t>
            </a:r>
          </a:p>
          <a:p>
            <a:pPr marL="457200" lvl="0" indent="-342900" algn="l" rtl="0">
              <a:spcBef>
                <a:spcPts val="0"/>
              </a:spcBef>
              <a:spcAft>
                <a:spcPts val="0"/>
              </a:spcAft>
              <a:buSzPts val="1800"/>
              <a:buChar char="●"/>
            </a:pPr>
            <a:r>
              <a:rPr lang="en-US" dirty="0"/>
              <a:t>10 principles</a:t>
            </a:r>
          </a:p>
          <a:p>
            <a:endParaRPr lang="en-US" dirty="0"/>
          </a:p>
          <a:p>
            <a:endParaRPr lang="en-US" dirty="0"/>
          </a:p>
        </p:txBody>
      </p:sp>
      <p:sp>
        <p:nvSpPr>
          <p:cNvPr id="4" name="Slide Number Placeholder 3"/>
          <p:cNvSpPr>
            <a:spLocks noGrp="1"/>
          </p:cNvSpPr>
          <p:nvPr>
            <p:ph type="sldNum" sz="quarter" idx="5"/>
          </p:nvPr>
        </p:nvSpPr>
        <p:spPr/>
        <p:txBody>
          <a:bodyPr/>
          <a:lstStyle/>
          <a:p>
            <a:fld id="{95C75F04-82B8-0E49-B566-9584D9A3F57B}" type="slidenum">
              <a:rPr lang="en-US" smtClean="0"/>
              <a:t>14</a:t>
            </a:fld>
            <a:endParaRPr lang="en-US"/>
          </a:p>
        </p:txBody>
      </p:sp>
    </p:spTree>
    <p:extLst>
      <p:ext uri="{BB962C8B-B14F-4D97-AF65-F5344CB8AC3E}">
        <p14:creationId xmlns:p14="http://schemas.microsoft.com/office/powerpoint/2010/main" val="3849337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15F0-4768-276F-0159-9E9595075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7E06C-7507-12F1-FD9D-372D384EB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DE4A3-5E1F-97B0-F0C1-20192F7D032D}"/>
              </a:ext>
            </a:extLst>
          </p:cNvPr>
          <p:cNvSpPr>
            <a:spLocks noGrp="1"/>
          </p:cNvSpPr>
          <p:nvPr>
            <p:ph type="body" idx="1"/>
          </p:nvPr>
        </p:nvSpPr>
        <p:spPr/>
        <p:txBody>
          <a:bodyPr/>
          <a:lstStyle/>
          <a:p>
            <a:r>
              <a:rPr lang="en-US" dirty="0"/>
              <a:t>Accessibility is not an afterthought – it’s fundamental.</a:t>
            </a:r>
          </a:p>
        </p:txBody>
      </p:sp>
      <p:sp>
        <p:nvSpPr>
          <p:cNvPr id="4" name="Slide Number Placeholder 3">
            <a:extLst>
              <a:ext uri="{FF2B5EF4-FFF2-40B4-BE49-F238E27FC236}">
                <a16:creationId xmlns:a16="http://schemas.microsoft.com/office/drawing/2014/main" id="{F735E9AA-C548-4B7E-9DB2-4BF054DB12C8}"/>
              </a:ext>
            </a:extLst>
          </p:cNvPr>
          <p:cNvSpPr>
            <a:spLocks noGrp="1"/>
          </p:cNvSpPr>
          <p:nvPr>
            <p:ph type="sldNum" sz="quarter" idx="5"/>
          </p:nvPr>
        </p:nvSpPr>
        <p:spPr/>
        <p:txBody>
          <a:bodyPr/>
          <a:lstStyle/>
          <a:p>
            <a:fld id="{95C75F04-82B8-0E49-B566-9584D9A3F57B}" type="slidenum">
              <a:rPr lang="en-US" smtClean="0"/>
              <a:t>15</a:t>
            </a:fld>
            <a:endParaRPr lang="en-US"/>
          </a:p>
        </p:txBody>
      </p:sp>
    </p:spTree>
    <p:extLst>
      <p:ext uri="{BB962C8B-B14F-4D97-AF65-F5344CB8AC3E}">
        <p14:creationId xmlns:p14="http://schemas.microsoft.com/office/powerpoint/2010/main" val="3905584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C75F04-82B8-0E49-B566-9584D9A3F57B}" type="slidenum">
              <a:rPr lang="en-US" smtClean="0"/>
              <a:t>22</a:t>
            </a:fld>
            <a:endParaRPr lang="en-US"/>
          </a:p>
        </p:txBody>
      </p:sp>
    </p:spTree>
    <p:extLst>
      <p:ext uri="{BB962C8B-B14F-4D97-AF65-F5344CB8AC3E}">
        <p14:creationId xmlns:p14="http://schemas.microsoft.com/office/powerpoint/2010/main" val="2837852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is not an afterthought – it’s fundamental.</a:t>
            </a:r>
          </a:p>
        </p:txBody>
      </p:sp>
      <p:sp>
        <p:nvSpPr>
          <p:cNvPr id="4" name="Slide Number Placeholder 3"/>
          <p:cNvSpPr>
            <a:spLocks noGrp="1"/>
          </p:cNvSpPr>
          <p:nvPr>
            <p:ph type="sldNum" sz="quarter" idx="5"/>
          </p:nvPr>
        </p:nvSpPr>
        <p:spPr/>
        <p:txBody>
          <a:bodyPr/>
          <a:lstStyle/>
          <a:p>
            <a:fld id="{95C75F04-82B8-0E49-B566-9584D9A3F57B}" type="slidenum">
              <a:rPr lang="en-US" smtClean="0"/>
              <a:t>23</a:t>
            </a:fld>
            <a:endParaRPr lang="en-US"/>
          </a:p>
        </p:txBody>
      </p:sp>
    </p:spTree>
    <p:extLst>
      <p:ext uri="{BB962C8B-B14F-4D97-AF65-F5344CB8AC3E}">
        <p14:creationId xmlns:p14="http://schemas.microsoft.com/office/powerpoint/2010/main" val="12047592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9.75 contrast </a:t>
            </a:r>
            <a:r>
              <a:rPr lang="en-US" dirty="0" err="1"/>
              <a:t>ratoi</a:t>
            </a:r>
            <a:endParaRPr lang="en-US" dirty="0"/>
          </a:p>
        </p:txBody>
      </p:sp>
      <p:sp>
        <p:nvSpPr>
          <p:cNvPr id="4" name="Slide Number Placeholder 3"/>
          <p:cNvSpPr>
            <a:spLocks noGrp="1"/>
          </p:cNvSpPr>
          <p:nvPr>
            <p:ph type="sldNum" sz="quarter" idx="5"/>
          </p:nvPr>
        </p:nvSpPr>
        <p:spPr/>
        <p:txBody>
          <a:bodyPr/>
          <a:lstStyle/>
          <a:p>
            <a:fld id="{95C75F04-82B8-0E49-B566-9584D9A3F57B}" type="slidenum">
              <a:rPr lang="en-US" smtClean="0"/>
              <a:t>25</a:t>
            </a:fld>
            <a:endParaRPr lang="en-US"/>
          </a:p>
        </p:txBody>
      </p:sp>
    </p:spTree>
    <p:extLst>
      <p:ext uri="{BB962C8B-B14F-4D97-AF65-F5344CB8AC3E}">
        <p14:creationId xmlns:p14="http://schemas.microsoft.com/office/powerpoint/2010/main" val="378710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CCAB4-3911-C0D6-D084-25B525EA8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DA884-F7CF-01DA-B64B-B01E4A8CEE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CEF050-A3B8-11C1-3A7F-29B8E8E57375}"/>
              </a:ext>
            </a:extLst>
          </p:cNvPr>
          <p:cNvSpPr>
            <a:spLocks noGrp="1"/>
          </p:cNvSpPr>
          <p:nvPr>
            <p:ph type="body" idx="1"/>
          </p:nvPr>
        </p:nvSpPr>
        <p:spPr/>
        <p:txBody>
          <a:bodyPr/>
          <a:lstStyle/>
          <a:p>
            <a:r>
              <a:rPr lang="en-US" dirty="0"/>
              <a:t>9.75 contrast </a:t>
            </a:r>
            <a:r>
              <a:rPr lang="en-US" dirty="0" err="1"/>
              <a:t>ratoi</a:t>
            </a:r>
            <a:endParaRPr lang="en-US" dirty="0"/>
          </a:p>
        </p:txBody>
      </p:sp>
      <p:sp>
        <p:nvSpPr>
          <p:cNvPr id="4" name="Slide Number Placeholder 3">
            <a:extLst>
              <a:ext uri="{FF2B5EF4-FFF2-40B4-BE49-F238E27FC236}">
                <a16:creationId xmlns:a16="http://schemas.microsoft.com/office/drawing/2014/main" id="{1A8C169B-A516-0CA8-FE55-635CAB0EF239}"/>
              </a:ext>
            </a:extLst>
          </p:cNvPr>
          <p:cNvSpPr>
            <a:spLocks noGrp="1"/>
          </p:cNvSpPr>
          <p:nvPr>
            <p:ph type="sldNum" sz="quarter" idx="5"/>
          </p:nvPr>
        </p:nvSpPr>
        <p:spPr/>
        <p:txBody>
          <a:bodyPr/>
          <a:lstStyle/>
          <a:p>
            <a:fld id="{95C75F04-82B8-0E49-B566-9584D9A3F57B}" type="slidenum">
              <a:rPr lang="en-US" smtClean="0"/>
              <a:t>26</a:t>
            </a:fld>
            <a:endParaRPr lang="en-US"/>
          </a:p>
        </p:txBody>
      </p:sp>
    </p:spTree>
    <p:extLst>
      <p:ext uri="{BB962C8B-B14F-4D97-AF65-F5344CB8AC3E}">
        <p14:creationId xmlns:p14="http://schemas.microsoft.com/office/powerpoint/2010/main" val="3637416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DE88B-726B-075D-9580-9679A4A93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3966F-2AE7-D2EF-190A-B536931AA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08DA9-3AC4-EE14-B529-98C1C8C9DFCB}"/>
              </a:ext>
            </a:extLst>
          </p:cNvPr>
          <p:cNvSpPr>
            <a:spLocks noGrp="1"/>
          </p:cNvSpPr>
          <p:nvPr>
            <p:ph type="body" idx="1"/>
          </p:nvPr>
        </p:nvSpPr>
        <p:spPr/>
        <p:txBody>
          <a:bodyPr/>
          <a:lstStyle/>
          <a:p>
            <a:r>
              <a:rPr lang="en-US" dirty="0"/>
              <a:t>9.75 contrast </a:t>
            </a:r>
            <a:r>
              <a:rPr lang="en-US" dirty="0" err="1"/>
              <a:t>ratoi</a:t>
            </a:r>
            <a:endParaRPr lang="en-US" dirty="0"/>
          </a:p>
        </p:txBody>
      </p:sp>
      <p:sp>
        <p:nvSpPr>
          <p:cNvPr id="4" name="Slide Number Placeholder 3">
            <a:extLst>
              <a:ext uri="{FF2B5EF4-FFF2-40B4-BE49-F238E27FC236}">
                <a16:creationId xmlns:a16="http://schemas.microsoft.com/office/drawing/2014/main" id="{34E33604-9CE7-E25C-AF8C-3742658FC63E}"/>
              </a:ext>
            </a:extLst>
          </p:cNvPr>
          <p:cNvSpPr>
            <a:spLocks noGrp="1"/>
          </p:cNvSpPr>
          <p:nvPr>
            <p:ph type="sldNum" sz="quarter" idx="5"/>
          </p:nvPr>
        </p:nvSpPr>
        <p:spPr/>
        <p:txBody>
          <a:bodyPr/>
          <a:lstStyle/>
          <a:p>
            <a:fld id="{95C75F04-82B8-0E49-B566-9584D9A3F57B}" type="slidenum">
              <a:rPr lang="en-US" smtClean="0"/>
              <a:t>27</a:t>
            </a:fld>
            <a:endParaRPr lang="en-US"/>
          </a:p>
        </p:txBody>
      </p:sp>
    </p:spTree>
    <p:extLst>
      <p:ext uri="{BB962C8B-B14F-4D97-AF65-F5344CB8AC3E}">
        <p14:creationId xmlns:p14="http://schemas.microsoft.com/office/powerpoint/2010/main" val="244450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2220-C67C-D4A6-0F7E-654B4EDAB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364B8-7B6E-D577-6425-88A731324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F62057-AFE7-EA6F-A957-57E2B92310AF}"/>
              </a:ext>
            </a:extLst>
          </p:cNvPr>
          <p:cNvSpPr>
            <a:spLocks noGrp="1"/>
          </p:cNvSpPr>
          <p:nvPr>
            <p:ph type="body" idx="1"/>
          </p:nvPr>
        </p:nvSpPr>
        <p:spPr/>
        <p:txBody>
          <a:bodyPr/>
          <a:lstStyle/>
          <a:p>
            <a:r>
              <a:rPr lang="en-US" dirty="0"/>
              <a:t>9.75 contrast </a:t>
            </a:r>
            <a:r>
              <a:rPr lang="en-US" dirty="0" err="1"/>
              <a:t>ratoi</a:t>
            </a:r>
            <a:endParaRPr lang="en-US" dirty="0"/>
          </a:p>
        </p:txBody>
      </p:sp>
      <p:sp>
        <p:nvSpPr>
          <p:cNvPr id="4" name="Slide Number Placeholder 3">
            <a:extLst>
              <a:ext uri="{FF2B5EF4-FFF2-40B4-BE49-F238E27FC236}">
                <a16:creationId xmlns:a16="http://schemas.microsoft.com/office/drawing/2014/main" id="{72C107DD-8132-EC99-E8FF-B33D1F205E5C}"/>
              </a:ext>
            </a:extLst>
          </p:cNvPr>
          <p:cNvSpPr>
            <a:spLocks noGrp="1"/>
          </p:cNvSpPr>
          <p:nvPr>
            <p:ph type="sldNum" sz="quarter" idx="5"/>
          </p:nvPr>
        </p:nvSpPr>
        <p:spPr/>
        <p:txBody>
          <a:bodyPr/>
          <a:lstStyle/>
          <a:p>
            <a:fld id="{95C75F04-82B8-0E49-B566-9584D9A3F57B}" type="slidenum">
              <a:rPr lang="en-US" smtClean="0"/>
              <a:t>28</a:t>
            </a:fld>
            <a:endParaRPr lang="en-US"/>
          </a:p>
        </p:txBody>
      </p:sp>
    </p:spTree>
    <p:extLst>
      <p:ext uri="{BB962C8B-B14F-4D97-AF65-F5344CB8AC3E}">
        <p14:creationId xmlns:p14="http://schemas.microsoft.com/office/powerpoint/2010/main" val="4115734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5C75F04-82B8-0E49-B566-9584D9A3F57B}" type="slidenum">
              <a:rPr lang="en-US" smtClean="0"/>
              <a:t>49</a:t>
            </a:fld>
            <a:endParaRPr lang="en-US"/>
          </a:p>
        </p:txBody>
      </p:sp>
    </p:spTree>
    <p:extLst>
      <p:ext uri="{BB962C8B-B14F-4D97-AF65-F5344CB8AC3E}">
        <p14:creationId xmlns:p14="http://schemas.microsoft.com/office/powerpoint/2010/main" val="1467221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4C28A-A459-D943-A8E2-22E5CD00D870}"/>
              </a:ext>
            </a:extLst>
          </p:cNvPr>
          <p:cNvSpPr>
            <a:spLocks noGrp="1"/>
          </p:cNvSpPr>
          <p:nvPr>
            <p:ph type="ctrTitle"/>
          </p:nvPr>
        </p:nvSpPr>
        <p:spPr>
          <a:xfrm>
            <a:off x="960469" y="548202"/>
            <a:ext cx="9144000" cy="2387600"/>
          </a:xfrm>
        </p:spPr>
        <p:txBody>
          <a:bodyPr anchor="b"/>
          <a:lstStyle>
            <a:lvl1pPr algn="ctr">
              <a:defRPr sz="8000" b="1" i="0">
                <a:latin typeface="Inter SemiBold" panose="02000503000000020004" pitchFamily="2" charset="0"/>
                <a:ea typeface="Inter SemiBold" panose="02000503000000020004" pitchFamily="2" charset="0"/>
              </a:defRPr>
            </a:lvl1pPr>
          </a:lstStyle>
          <a:p>
            <a:r>
              <a:rPr lang="en-US" dirty="0"/>
              <a:t>Click to edit Master title style</a:t>
            </a:r>
          </a:p>
        </p:txBody>
      </p:sp>
      <p:sp>
        <p:nvSpPr>
          <p:cNvPr id="3" name="Subtitle 2">
            <a:extLst>
              <a:ext uri="{FF2B5EF4-FFF2-40B4-BE49-F238E27FC236}">
                <a16:creationId xmlns:a16="http://schemas.microsoft.com/office/drawing/2014/main" id="{7A06B4E1-DA72-BF13-CBC8-B98E08D3BE2F}"/>
              </a:ext>
            </a:extLst>
          </p:cNvPr>
          <p:cNvSpPr>
            <a:spLocks noGrp="1"/>
          </p:cNvSpPr>
          <p:nvPr>
            <p:ph type="subTitle" idx="1"/>
          </p:nvPr>
        </p:nvSpPr>
        <p:spPr>
          <a:xfrm>
            <a:off x="960469" y="3078677"/>
            <a:ext cx="9144000" cy="1655762"/>
          </a:xfrm>
        </p:spPr>
        <p:txBody>
          <a:bodyPr/>
          <a:lstStyle>
            <a:lvl1pPr marL="0" indent="0" algn="l">
              <a:lnSpc>
                <a:spcPct val="130000"/>
              </a:lnSpc>
              <a:buNone/>
              <a:defRPr sz="3600" b="0" i="0">
                <a:latin typeface="Inter Medium" panose="02000503000000020004" pitchFamily="2" charset="0"/>
                <a:ea typeface="Inter Medium" panose="0200050300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B46C3136-B732-A4E0-0F2B-04EC3A613D6C}"/>
              </a:ext>
            </a:extLst>
          </p:cNvPr>
          <p:cNvSpPr>
            <a:spLocks noGrp="1"/>
          </p:cNvSpPr>
          <p:nvPr>
            <p:ph type="ftr" sz="quarter" idx="11"/>
          </p:nvPr>
        </p:nvSpPr>
        <p:spPr>
          <a:xfrm>
            <a:off x="960469" y="6335085"/>
            <a:ext cx="9144000" cy="365125"/>
          </a:xfrm>
          <a:prstGeom prst="rect">
            <a:avLst/>
          </a:prstGeom>
        </p:spPr>
        <p:txBody>
          <a:bodyPr/>
          <a:lstStyle/>
          <a:p>
            <a:endParaRPr lang="en-US" dirty="0"/>
          </a:p>
        </p:txBody>
      </p:sp>
    </p:spTree>
    <p:extLst>
      <p:ext uri="{BB962C8B-B14F-4D97-AF65-F5344CB8AC3E}">
        <p14:creationId xmlns:p14="http://schemas.microsoft.com/office/powerpoint/2010/main" val="1436966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90717-2318-AD7A-2B24-6E6A91CA9BEB}"/>
              </a:ext>
            </a:extLst>
          </p:cNvPr>
          <p:cNvSpPr>
            <a:spLocks noGrp="1"/>
          </p:cNvSpPr>
          <p:nvPr>
            <p:ph type="title"/>
          </p:nvPr>
        </p:nvSpPr>
        <p:spPr>
          <a:xfrm>
            <a:off x="838200" y="260025"/>
            <a:ext cx="10515600" cy="1325563"/>
          </a:xfrm>
        </p:spPr>
        <p:txBody>
          <a:bodyPr/>
          <a:lstStyle>
            <a:lvl1pPr>
              <a:spcAft>
                <a:spcPts val="1200"/>
              </a:spcAft>
              <a:defRPr sz="3600" b="0" i="0">
                <a:solidFill>
                  <a:schemeClr val="tx1">
                    <a:lumMod val="75000"/>
                    <a:lumOff val="25000"/>
                  </a:schemeClr>
                </a:solidFill>
                <a:latin typeface="Inter Medium" panose="02000503000000020004" pitchFamily="2" charset="0"/>
                <a:ea typeface="Inter Medium" panose="02000503000000020004" pitchFamily="2"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58D2CC1C-0EE8-F50F-A4D4-47E0555BCA55}"/>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9CCBA76-34E4-9489-CD03-FBFA174E8C23}"/>
              </a:ext>
            </a:extLst>
          </p:cNvPr>
          <p:cNvSpPr>
            <a:spLocks noGrp="1"/>
          </p:cNvSpPr>
          <p:nvPr>
            <p:ph type="ftr" sz="quarter" idx="11"/>
          </p:nvPr>
        </p:nvSpPr>
        <p:spPr>
          <a:xfrm>
            <a:off x="838200" y="6356350"/>
            <a:ext cx="10515600" cy="365125"/>
          </a:xfrm>
          <a:prstGeom prst="rect">
            <a:avLst/>
          </a:prstGeom>
        </p:spPr>
        <p:txBody>
          <a:bodyPr/>
          <a:lstStyle/>
          <a:p>
            <a:endParaRPr lang="en-US" dirty="0"/>
          </a:p>
        </p:txBody>
      </p:sp>
    </p:spTree>
    <p:extLst>
      <p:ext uri="{BB962C8B-B14F-4D97-AF65-F5344CB8AC3E}">
        <p14:creationId xmlns:p14="http://schemas.microsoft.com/office/powerpoint/2010/main" val="3961856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A507A-53D0-1183-DBB4-3FBACAC94371}"/>
              </a:ext>
            </a:extLst>
          </p:cNvPr>
          <p:cNvSpPr>
            <a:spLocks noGrp="1"/>
          </p:cNvSpPr>
          <p:nvPr>
            <p:ph type="title"/>
          </p:nvPr>
        </p:nvSpPr>
        <p:spPr>
          <a:xfrm>
            <a:off x="838200" y="4016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0ED33B35-8A39-0584-6EC4-7FAF421656CD}"/>
              </a:ext>
            </a:extLst>
          </p:cNvPr>
          <p:cNvSpPr>
            <a:spLocks noGrp="1"/>
          </p:cNvSpPr>
          <p:nvPr>
            <p:ph type="body" idx="1"/>
          </p:nvPr>
        </p:nvSpPr>
        <p:spPr>
          <a:xfrm>
            <a:off x="838200" y="3357563"/>
            <a:ext cx="10515600" cy="1500187"/>
          </a:xfrm>
        </p:spPr>
        <p:txBody>
          <a:bodyPr/>
          <a:lstStyle>
            <a:lvl1pPr marL="0" indent="0">
              <a:lnSpc>
                <a:spcPct val="110000"/>
              </a:lnSpc>
              <a:buNone/>
              <a:defRPr sz="28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5" name="Footer Placeholder 4">
            <a:extLst>
              <a:ext uri="{FF2B5EF4-FFF2-40B4-BE49-F238E27FC236}">
                <a16:creationId xmlns:a16="http://schemas.microsoft.com/office/drawing/2014/main" id="{86ADC2C3-EE4F-984A-9275-CA26611CCB2A}"/>
              </a:ext>
            </a:extLst>
          </p:cNvPr>
          <p:cNvSpPr>
            <a:spLocks noGrp="1"/>
          </p:cNvSpPr>
          <p:nvPr>
            <p:ph type="ftr" sz="quarter" idx="11"/>
          </p:nvPr>
        </p:nvSpPr>
        <p:spPr>
          <a:xfrm>
            <a:off x="831850" y="6356350"/>
            <a:ext cx="10515600" cy="365125"/>
          </a:xfrm>
          <a:prstGeom prst="rect">
            <a:avLst/>
          </a:prstGeom>
        </p:spPr>
        <p:txBody>
          <a:bodyPr/>
          <a:lstStyle/>
          <a:p>
            <a:endParaRPr lang="en-US" dirty="0"/>
          </a:p>
        </p:txBody>
      </p:sp>
    </p:spTree>
    <p:extLst>
      <p:ext uri="{BB962C8B-B14F-4D97-AF65-F5344CB8AC3E}">
        <p14:creationId xmlns:p14="http://schemas.microsoft.com/office/powerpoint/2010/main" val="3487903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D6B0-B3E3-23DC-0B25-2B45F1C3B932}"/>
              </a:ext>
            </a:extLst>
          </p:cNvPr>
          <p:cNvSpPr>
            <a:spLocks noGrp="1"/>
          </p:cNvSpPr>
          <p:nvPr>
            <p:ph type="title"/>
          </p:nvPr>
        </p:nvSpPr>
        <p:spPr/>
        <p:txBody>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6C8511B8-AB73-193C-5563-199B60888A1C}"/>
              </a:ext>
            </a:extLst>
          </p:cNvPr>
          <p:cNvSpPr>
            <a:spLocks noGrp="1"/>
          </p:cNvSpPr>
          <p:nvPr>
            <p:ph sz="half" idx="1"/>
          </p:nvPr>
        </p:nvSpPr>
        <p:spPr>
          <a:xfrm>
            <a:off x="838200" y="1825625"/>
            <a:ext cx="5181600" cy="4351338"/>
          </a:xfrm>
        </p:spPr>
        <p:txBody>
          <a:bodyPr/>
          <a:lstStyle>
            <a:lvl1pPr>
              <a:defRPr sz="2200"/>
            </a:lvl1pPr>
            <a:lvl2pPr>
              <a:defRPr sz="1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203398-92A0-59A6-E173-360C87EBA441}"/>
              </a:ext>
            </a:extLst>
          </p:cNvPr>
          <p:cNvSpPr>
            <a:spLocks noGrp="1"/>
          </p:cNvSpPr>
          <p:nvPr>
            <p:ph sz="half" idx="2"/>
          </p:nvPr>
        </p:nvSpPr>
        <p:spPr>
          <a:xfrm>
            <a:off x="6172200" y="1825625"/>
            <a:ext cx="5181600" cy="4351338"/>
          </a:xfrm>
        </p:spPr>
        <p:txBody>
          <a:bodyPr/>
          <a:lstStyle>
            <a:lvl1pPr>
              <a:defRPr sz="2200"/>
            </a:lvl1pPr>
            <a:lvl2pPr>
              <a:defRPr sz="1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BFDE46B9-253B-46A9-86C6-0EF0B5768F2E}"/>
              </a:ext>
            </a:extLst>
          </p:cNvPr>
          <p:cNvSpPr>
            <a:spLocks noGrp="1"/>
          </p:cNvSpPr>
          <p:nvPr>
            <p:ph type="ftr" sz="quarter" idx="11"/>
          </p:nvPr>
        </p:nvSpPr>
        <p:spPr>
          <a:xfrm>
            <a:off x="838200" y="6356350"/>
            <a:ext cx="10515600" cy="365125"/>
          </a:xfrm>
          <a:prstGeom prst="rect">
            <a:avLst/>
          </a:prstGeom>
        </p:spPr>
        <p:txBody>
          <a:bodyPr/>
          <a:lstStyle/>
          <a:p>
            <a:endParaRPr lang="en-US"/>
          </a:p>
        </p:txBody>
      </p:sp>
    </p:spTree>
    <p:extLst>
      <p:ext uri="{BB962C8B-B14F-4D97-AF65-F5344CB8AC3E}">
        <p14:creationId xmlns:p14="http://schemas.microsoft.com/office/powerpoint/2010/main" val="855277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D6471-05D0-A24F-F165-3E74A73BD6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C86612-8C41-E32D-F0F5-657566E62A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6BFE18-C8E1-BB91-5213-760F07CE06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DC39EB-A6C4-0A3B-FFA9-681E46C986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88963-47A4-967F-F723-34FC9CE6E4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D2B176F-E7B9-CB29-CDDF-C24F02D8793E}"/>
              </a:ext>
            </a:extLst>
          </p:cNvPr>
          <p:cNvSpPr>
            <a:spLocks noGrp="1"/>
          </p:cNvSpPr>
          <p:nvPr>
            <p:ph type="ftr" sz="quarter" idx="11"/>
          </p:nvPr>
        </p:nvSpPr>
        <p:spPr>
          <a:xfrm>
            <a:off x="839788" y="6356350"/>
            <a:ext cx="10515600" cy="365125"/>
          </a:xfrm>
          <a:prstGeom prst="rect">
            <a:avLst/>
          </a:prstGeom>
        </p:spPr>
        <p:txBody>
          <a:bodyPr/>
          <a:lstStyle/>
          <a:p>
            <a:endParaRPr lang="en-US" dirty="0"/>
          </a:p>
        </p:txBody>
      </p:sp>
    </p:spTree>
    <p:extLst>
      <p:ext uri="{BB962C8B-B14F-4D97-AF65-F5344CB8AC3E}">
        <p14:creationId xmlns:p14="http://schemas.microsoft.com/office/powerpoint/2010/main" val="84521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A4DD-F227-CE16-AAF9-D55626252CAB}"/>
              </a:ext>
            </a:extLst>
          </p:cNvPr>
          <p:cNvSpPr>
            <a:spLocks noGrp="1"/>
          </p:cNvSpPr>
          <p:nvPr>
            <p:ph type="title"/>
          </p:nvPr>
        </p:nvSpPr>
        <p:spPr/>
        <p:txBody>
          <a:bodyPr/>
          <a:lstStyle/>
          <a:p>
            <a:r>
              <a:rPr lang="en-US"/>
              <a:t>Click to edit Master title style</a:t>
            </a:r>
          </a:p>
        </p:txBody>
      </p:sp>
      <p:sp>
        <p:nvSpPr>
          <p:cNvPr id="6" name="Footer Placeholder 7">
            <a:extLst>
              <a:ext uri="{FF2B5EF4-FFF2-40B4-BE49-F238E27FC236}">
                <a16:creationId xmlns:a16="http://schemas.microsoft.com/office/drawing/2014/main" id="{F3003871-A3ED-C887-2597-0E533A595F78}"/>
              </a:ext>
            </a:extLst>
          </p:cNvPr>
          <p:cNvSpPr>
            <a:spLocks noGrp="1"/>
          </p:cNvSpPr>
          <p:nvPr>
            <p:ph type="ftr" sz="quarter" idx="11"/>
          </p:nvPr>
        </p:nvSpPr>
        <p:spPr>
          <a:xfrm>
            <a:off x="839788" y="6356350"/>
            <a:ext cx="10515600" cy="365125"/>
          </a:xfrm>
          <a:prstGeom prst="rect">
            <a:avLst/>
          </a:prstGeom>
        </p:spPr>
        <p:txBody>
          <a:bodyPr/>
          <a:lstStyle/>
          <a:p>
            <a:endParaRPr lang="en-US" dirty="0"/>
          </a:p>
        </p:txBody>
      </p:sp>
    </p:spTree>
    <p:extLst>
      <p:ext uri="{BB962C8B-B14F-4D97-AF65-F5344CB8AC3E}">
        <p14:creationId xmlns:p14="http://schemas.microsoft.com/office/powerpoint/2010/main" val="1442796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7">
            <a:extLst>
              <a:ext uri="{FF2B5EF4-FFF2-40B4-BE49-F238E27FC236}">
                <a16:creationId xmlns:a16="http://schemas.microsoft.com/office/drawing/2014/main" id="{4AA9E7D4-BE43-5C32-5BDF-5C5F8BBE52D8}"/>
              </a:ext>
            </a:extLst>
          </p:cNvPr>
          <p:cNvSpPr>
            <a:spLocks noGrp="1"/>
          </p:cNvSpPr>
          <p:nvPr>
            <p:ph type="ftr" sz="quarter" idx="11"/>
          </p:nvPr>
        </p:nvSpPr>
        <p:spPr>
          <a:xfrm>
            <a:off x="839788" y="6356350"/>
            <a:ext cx="10515600" cy="365125"/>
          </a:xfrm>
          <a:prstGeom prst="rect">
            <a:avLst/>
          </a:prstGeom>
        </p:spPr>
        <p:txBody>
          <a:bodyPr/>
          <a:lstStyle/>
          <a:p>
            <a:endParaRPr lang="en-US" dirty="0"/>
          </a:p>
        </p:txBody>
      </p:sp>
    </p:spTree>
    <p:extLst>
      <p:ext uri="{BB962C8B-B14F-4D97-AF65-F5344CB8AC3E}">
        <p14:creationId xmlns:p14="http://schemas.microsoft.com/office/powerpoint/2010/main" val="686041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61F87-347F-80B1-7461-578574487F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933CCE-613A-0982-DC77-D9935AB0BA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5A1076-8D45-65A0-BB54-AD8016E49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4FB7597-F797-A82D-B996-BAA3A2B633BB}"/>
              </a:ext>
            </a:extLst>
          </p:cNvPr>
          <p:cNvSpPr>
            <a:spLocks noGrp="1"/>
          </p:cNvSpPr>
          <p:nvPr>
            <p:ph type="ftr" sz="quarter" idx="11"/>
          </p:nvPr>
        </p:nvSpPr>
        <p:spPr>
          <a:xfrm>
            <a:off x="839789" y="6356350"/>
            <a:ext cx="10515600" cy="365125"/>
          </a:xfrm>
          <a:prstGeom prst="rect">
            <a:avLst/>
          </a:prstGeom>
        </p:spPr>
        <p:txBody>
          <a:bodyPr/>
          <a:lstStyle/>
          <a:p>
            <a:endParaRPr lang="en-US" dirty="0"/>
          </a:p>
        </p:txBody>
      </p:sp>
    </p:spTree>
    <p:extLst>
      <p:ext uri="{BB962C8B-B14F-4D97-AF65-F5344CB8AC3E}">
        <p14:creationId xmlns:p14="http://schemas.microsoft.com/office/powerpoint/2010/main" val="2644526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DB06-E40B-79AC-A3D9-F1DACFF00E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7DE1DA-24C5-2E71-48E8-581E55F54D7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1FDA18-F24F-0621-9960-602DD11623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4F61106-FB3C-3743-4D43-797D5E67D6CD}"/>
              </a:ext>
            </a:extLst>
          </p:cNvPr>
          <p:cNvSpPr>
            <a:spLocks noGrp="1"/>
          </p:cNvSpPr>
          <p:nvPr>
            <p:ph type="ftr" sz="quarter" idx="11"/>
          </p:nvPr>
        </p:nvSpPr>
        <p:spPr>
          <a:xfrm>
            <a:off x="839788" y="6356350"/>
            <a:ext cx="10515600" cy="365125"/>
          </a:xfrm>
          <a:prstGeom prst="rect">
            <a:avLst/>
          </a:prstGeom>
        </p:spPr>
        <p:txBody>
          <a:bodyPr/>
          <a:lstStyle/>
          <a:p>
            <a:endParaRPr lang="en-US" dirty="0"/>
          </a:p>
        </p:txBody>
      </p:sp>
    </p:spTree>
    <p:extLst>
      <p:ext uri="{BB962C8B-B14F-4D97-AF65-F5344CB8AC3E}">
        <p14:creationId xmlns:p14="http://schemas.microsoft.com/office/powerpoint/2010/main" val="3469816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BD2B07-0381-6436-0358-DC7F27BE7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DA07426-B9A4-8680-3305-BD6E30C153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90FE453B-9166-889F-2BFE-D49681679060}"/>
              </a:ext>
            </a:extLst>
          </p:cNvPr>
          <p:cNvSpPr>
            <a:spLocks noGrp="1"/>
          </p:cNvSpPr>
          <p:nvPr>
            <p:ph type="ftr" sz="quarter" idx="3"/>
          </p:nvPr>
        </p:nvSpPr>
        <p:spPr>
          <a:xfrm>
            <a:off x="838199" y="6356350"/>
            <a:ext cx="10515599" cy="365125"/>
          </a:xfrm>
          <a:prstGeom prst="rect">
            <a:avLst/>
          </a:prstGeom>
        </p:spPr>
        <p:txBody>
          <a:bodyPr vert="horz" lIns="91440" tIns="45720" rIns="91440" bIns="45720" rtlCol="0" anchor="ctr"/>
          <a:lstStyle>
            <a:lvl1pPr algn="ctr">
              <a:defRPr sz="1200">
                <a:solidFill>
                  <a:schemeClr val="tx1">
                    <a:tint val="82000"/>
                  </a:schemeClr>
                </a:solidFill>
                <a:latin typeface="Inter" panose="02000503000000020004" pitchFamily="2" charset="0"/>
                <a:ea typeface="Inter" panose="02000503000000020004" pitchFamily="2" charset="0"/>
              </a:defRPr>
            </a:lvl1pPr>
          </a:lstStyle>
          <a:p>
            <a:endParaRPr lang="en-US" dirty="0">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853838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b="0" i="0" kern="1200">
          <a:solidFill>
            <a:schemeClr val="tx1">
              <a:lumMod val="75000"/>
              <a:lumOff val="25000"/>
            </a:schemeClr>
          </a:solidFill>
          <a:latin typeface="Inter Medium" panose="02000503000000020004" pitchFamily="2" charset="0"/>
          <a:ea typeface="Inter Medium" panose="02000503000000020004"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Inter" panose="02000503000000020004" pitchFamily="2" charset="0"/>
          <a:ea typeface="Inter" panose="020005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Inter" panose="02000503000000020004" pitchFamily="2" charset="0"/>
          <a:ea typeface="Inter" panose="02000503000000020004"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Inter" panose="02000503000000020004" pitchFamily="2" charset="0"/>
          <a:ea typeface="Inter" panose="02000503000000020004"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Inter" panose="02000503000000020004" pitchFamily="2" charset="0"/>
          <a:ea typeface="Inter" panose="02000503000000020004"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Inter" panose="02000503000000020004" pitchFamily="2" charset="0"/>
          <a:ea typeface="Inter"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dx.doi.org.proxy.lib.duke.edu/10.1109/TVCG.2011.127"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dx.doi.org.proxy.lib.duke.edu/10.1109/TVCG.2011.127"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dx.doi.org.proxy.lib.duke.edu/10.1109/TVCG.2011.127"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dx.doi.org.proxy.lib.duke.edu/10.1109/TVCG.2011.127"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clauswilke.com/dataviz/balance-data-context.html"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lauswilke.com/dataviz/balance-data-context.html"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clauswilke.com/dataviz/no-3d.html"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clauswilke.com/dataviz/no-3d.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clauswilke.com/dataviz/no-3d.htm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www.smashingmagazine.com/2024/02/accessibility-standards-empower-better-chart-visual-design/"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www.smashingmagazine.com/2024/02/accessibility-standards-empower-better-chart-visual-design/"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www.smashingmagazine.com/2024/02/accessibility-standards-empower-better-chart-visual-design/"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hyperlink" Target="https://www.smashingmagazine.com/2024/02/accessibility-standards-empower-better-chart-visual-design/"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clauswilke.com/dataviz/color-pitfalls.html"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clauswilke.com/dataviz/color-pitfalls.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clauswilke.com/dataviz/color-pitfalls.htm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projects.susielu.com/viz-palette" TargetMode="Externa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hyperlink" Target="https://projects.susielu.com/viz-palette" TargetMode="External"/><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hyperlink" Target="https://projects.susielu.com/viz-palette" TargetMode="Externa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hyperlink" Target="https://projects.susielu.com/viz-palette" TargetMode="External"/><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hyperlink" Target="https://clauswilke.com/dataviz/redundant-coding.html" TargetMode="External"/><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clauswilke.com/dataviz/redundant-coding.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clauswilke.com/dataviz/redundant-coding.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clauswilke.com/dataviz/redundant-coding.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clauswilke.com/dataviz/redundant-coding.htm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clauswilke.com/dataviz/redundant-coding.html"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clauswilke.com/dataviz/redundant-coding.html"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FE6EB-5751-1D92-3117-D3F8F3A7E8C3}"/>
              </a:ext>
            </a:extLst>
          </p:cNvPr>
          <p:cNvSpPr>
            <a:spLocks noGrp="1"/>
          </p:cNvSpPr>
          <p:nvPr>
            <p:ph type="ctrTitle"/>
          </p:nvPr>
        </p:nvSpPr>
        <p:spPr>
          <a:xfrm>
            <a:off x="398718" y="695961"/>
            <a:ext cx="9144000" cy="2387600"/>
          </a:xfrm>
        </p:spPr>
        <p:txBody>
          <a:bodyPr/>
          <a:lstStyle/>
          <a:p>
            <a:pPr algn="l"/>
            <a:r>
              <a:rPr lang="en-US" dirty="0"/>
              <a:t>Visualize It</a:t>
            </a:r>
          </a:p>
        </p:txBody>
      </p:sp>
      <p:sp>
        <p:nvSpPr>
          <p:cNvPr id="3" name="Subtitle 2">
            <a:extLst>
              <a:ext uri="{FF2B5EF4-FFF2-40B4-BE49-F238E27FC236}">
                <a16:creationId xmlns:a16="http://schemas.microsoft.com/office/drawing/2014/main" id="{CE15451B-7753-B629-EB3C-C65F5FD916D9}"/>
              </a:ext>
            </a:extLst>
          </p:cNvPr>
          <p:cNvSpPr>
            <a:spLocks noGrp="1"/>
          </p:cNvSpPr>
          <p:nvPr>
            <p:ph type="subTitle" idx="1"/>
          </p:nvPr>
        </p:nvSpPr>
        <p:spPr>
          <a:xfrm>
            <a:off x="398718" y="2528931"/>
            <a:ext cx="11394564" cy="1352739"/>
          </a:xfrm>
          <a:ln>
            <a:noFill/>
          </a:ln>
        </p:spPr>
        <p:txBody>
          <a:bodyPr>
            <a:normAutofit/>
          </a:bodyPr>
          <a:lstStyle/>
          <a:p>
            <a:pPr algn="l"/>
            <a:r>
              <a:rPr lang="en-US" sz="5600" dirty="0"/>
              <a:t> </a:t>
            </a:r>
            <a:r>
              <a:rPr lang="en-US" sz="3200" dirty="0"/>
              <a:t>Designing</a:t>
            </a:r>
            <a:r>
              <a:rPr lang="en-US" sz="3200" dirty="0">
                <a:solidFill>
                  <a:srgbClr val="AF4E24"/>
                </a:solidFill>
              </a:rPr>
              <a:t> </a:t>
            </a:r>
            <a:r>
              <a:rPr lang="en-US" sz="3200" b="1" dirty="0">
                <a:solidFill>
                  <a:srgbClr val="7E2504"/>
                </a:solidFill>
                <a:latin typeface="Inter SemiBold" panose="02000503000000020004" pitchFamily="2" charset="0"/>
                <a:ea typeface="Inter SemiBold" panose="02000503000000020004" pitchFamily="2" charset="0"/>
              </a:rPr>
              <a:t>Impactful</a:t>
            </a:r>
            <a:r>
              <a:rPr lang="en-US" sz="3200" dirty="0">
                <a:solidFill>
                  <a:srgbClr val="002D72"/>
                </a:solidFill>
              </a:rPr>
              <a:t> </a:t>
            </a:r>
            <a:r>
              <a:rPr lang="en-US" sz="3200" dirty="0"/>
              <a:t>and </a:t>
            </a:r>
            <a:r>
              <a:rPr lang="en-US" sz="3200" b="1" dirty="0">
                <a:solidFill>
                  <a:srgbClr val="7E2504"/>
                </a:solidFill>
                <a:latin typeface="Inter SemiBold" panose="02000503000000020004" pitchFamily="2" charset="0"/>
                <a:ea typeface="Inter SemiBold" panose="02000503000000020004" pitchFamily="2" charset="0"/>
              </a:rPr>
              <a:t>Accessible</a:t>
            </a:r>
            <a:r>
              <a:rPr lang="en-US" sz="3200" dirty="0"/>
              <a:t> Data Visualizations</a:t>
            </a:r>
          </a:p>
          <a:p>
            <a:endParaRPr lang="en-US" dirty="0"/>
          </a:p>
        </p:txBody>
      </p:sp>
      <p:sp>
        <p:nvSpPr>
          <p:cNvPr id="5" name="TextBox 4">
            <a:extLst>
              <a:ext uri="{FF2B5EF4-FFF2-40B4-BE49-F238E27FC236}">
                <a16:creationId xmlns:a16="http://schemas.microsoft.com/office/drawing/2014/main" id="{2566D030-E69A-F86D-4128-78E15C8BF8AA}"/>
              </a:ext>
            </a:extLst>
          </p:cNvPr>
          <p:cNvSpPr txBox="1"/>
          <p:nvPr/>
        </p:nvSpPr>
        <p:spPr>
          <a:xfrm>
            <a:off x="601044" y="4228713"/>
            <a:ext cx="6198780" cy="830997"/>
          </a:xfrm>
          <a:prstGeom prst="rect">
            <a:avLst/>
          </a:prstGeom>
          <a:noFill/>
        </p:spPr>
        <p:txBody>
          <a:bodyPr wrap="square">
            <a:spAutoFit/>
          </a:bodyPr>
          <a:lstStyle/>
          <a:p>
            <a:pPr algn="l"/>
            <a:r>
              <a:rPr lang="en-US" sz="2400" dirty="0"/>
              <a:t>Peter Lawson, Ph.D. </a:t>
            </a:r>
          </a:p>
          <a:p>
            <a:pPr algn="l"/>
            <a:r>
              <a:rPr lang="en-US" sz="2400" dirty="0"/>
              <a:t>Inna Kouper, Ph.D.</a:t>
            </a:r>
          </a:p>
        </p:txBody>
      </p:sp>
      <p:cxnSp>
        <p:nvCxnSpPr>
          <p:cNvPr id="7" name="Straight Connector 6">
            <a:extLst>
              <a:ext uri="{FF2B5EF4-FFF2-40B4-BE49-F238E27FC236}">
                <a16:creationId xmlns:a16="http://schemas.microsoft.com/office/drawing/2014/main" id="{F4C2E3CE-77F5-E77D-A53F-D4EF43B2B17D}"/>
              </a:ext>
              <a:ext uri="{C183D7F6-B498-43B3-948B-1728B52AA6E4}">
                <adec:decorative xmlns:adec="http://schemas.microsoft.com/office/drawing/2017/decorative" val="1"/>
              </a:ext>
            </a:extLst>
          </p:cNvPr>
          <p:cNvCxnSpPr>
            <a:cxnSpLocks/>
          </p:cNvCxnSpPr>
          <p:nvPr/>
        </p:nvCxnSpPr>
        <p:spPr>
          <a:xfrm>
            <a:off x="0" y="2505781"/>
            <a:ext cx="47492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C3BAC6AD-3AED-0A7A-62F8-2430F96675DA}"/>
              </a:ext>
              <a:ext uri="{C183D7F6-B498-43B3-948B-1728B52AA6E4}">
                <adec:decorative xmlns:adec="http://schemas.microsoft.com/office/drawing/2017/decorative" val="1"/>
              </a:ext>
            </a:extLst>
          </p:cNvPr>
          <p:cNvCxnSpPr>
            <a:cxnSpLocks/>
          </p:cNvCxnSpPr>
          <p:nvPr/>
        </p:nvCxnSpPr>
        <p:spPr>
          <a:xfrm>
            <a:off x="6089737" y="2505781"/>
            <a:ext cx="60960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30BC7E7F-2E64-9798-B545-26CCF0E46BCB}"/>
              </a:ext>
              <a:ext uri="{C183D7F6-B498-43B3-948B-1728B52AA6E4}">
                <adec:decorative xmlns:adec="http://schemas.microsoft.com/office/drawing/2017/decorative" val="1"/>
              </a:ext>
            </a:extLst>
          </p:cNvPr>
          <p:cNvSpPr/>
          <p:nvPr/>
        </p:nvSpPr>
        <p:spPr>
          <a:xfrm rot="5400000">
            <a:off x="11428878" y="4440655"/>
            <a:ext cx="451104" cy="704083"/>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7E3856A-9E01-6471-B184-5043779C4379}"/>
              </a:ext>
              <a:ext uri="{C183D7F6-B498-43B3-948B-1728B52AA6E4}">
                <adec:decorative xmlns:adec="http://schemas.microsoft.com/office/drawing/2017/decorative" val="1"/>
              </a:ext>
            </a:extLst>
          </p:cNvPr>
          <p:cNvSpPr/>
          <p:nvPr/>
        </p:nvSpPr>
        <p:spPr>
          <a:xfrm rot="5400000">
            <a:off x="10947833" y="5528602"/>
            <a:ext cx="451104" cy="1671170"/>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581EC5E-AC49-44CA-227C-A5F2196CA02B}"/>
              </a:ext>
              <a:ext uri="{C183D7F6-B498-43B3-948B-1728B52AA6E4}">
                <adec:decorative xmlns:adec="http://schemas.microsoft.com/office/drawing/2017/decorative" val="1"/>
              </a:ext>
            </a:extLst>
          </p:cNvPr>
          <p:cNvSpPr/>
          <p:nvPr/>
        </p:nvSpPr>
        <p:spPr>
          <a:xfrm rot="16200000">
            <a:off x="11146356" y="4681962"/>
            <a:ext cx="451104" cy="1269129"/>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081A65-F28B-B2FD-32F3-D6C93D098205}"/>
              </a:ext>
              <a:ext uri="{C183D7F6-B498-43B3-948B-1728B52AA6E4}">
                <adec:decorative xmlns:adec="http://schemas.microsoft.com/office/drawing/2017/decorative" val="1"/>
              </a:ext>
            </a:extLst>
          </p:cNvPr>
          <p:cNvSpPr/>
          <p:nvPr/>
        </p:nvSpPr>
        <p:spPr>
          <a:xfrm rot="16200000">
            <a:off x="10686234" y="4745671"/>
            <a:ext cx="451104" cy="2189372"/>
          </a:xfrm>
          <a:prstGeom prst="rect">
            <a:avLst/>
          </a:prstGeom>
          <a:solidFill>
            <a:srgbClr val="7E25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solidFill>
                <a:srgbClr val="002D72"/>
              </a:solidFill>
            </a:endParaRPr>
          </a:p>
        </p:txBody>
      </p:sp>
      <p:sp>
        <p:nvSpPr>
          <p:cNvPr id="21" name="Subtitle 2">
            <a:extLst>
              <a:ext uri="{FF2B5EF4-FFF2-40B4-BE49-F238E27FC236}">
                <a16:creationId xmlns:a16="http://schemas.microsoft.com/office/drawing/2014/main" id="{FDB0C2D7-1234-8187-19B8-0A834529B2F0}"/>
              </a:ext>
            </a:extLst>
          </p:cNvPr>
          <p:cNvSpPr txBox="1">
            <a:spLocks/>
          </p:cNvSpPr>
          <p:nvPr/>
        </p:nvSpPr>
        <p:spPr>
          <a:xfrm>
            <a:off x="9908865" y="5578568"/>
            <a:ext cx="2189372" cy="345908"/>
          </a:xfrm>
          <a:prstGeom prst="rect">
            <a:avLst/>
          </a:prstGeom>
          <a:ln>
            <a:noFill/>
          </a:ln>
        </p:spPr>
        <p:txBody>
          <a:bodyPr vert="horz" lIns="91440" tIns="45720" rIns="91440" bIns="45720" rtlCol="0">
            <a:noAutofit/>
          </a:bodyPr>
          <a:lstStyle>
            <a:lvl1pPr marL="0" indent="0" algn="l" defTabSz="914400" rtl="0" eaLnBrk="1" latinLnBrk="0" hangingPunct="1">
              <a:lnSpc>
                <a:spcPct val="130000"/>
              </a:lnSpc>
              <a:spcBef>
                <a:spcPts val="1000"/>
              </a:spcBef>
              <a:buFont typeface="Arial" panose="020B0604020202020204" pitchFamily="34" charset="0"/>
              <a:buNone/>
              <a:defRPr sz="3600" b="0" i="0" kern="1200">
                <a:solidFill>
                  <a:schemeClr val="tx1">
                    <a:lumMod val="75000"/>
                    <a:lumOff val="25000"/>
                  </a:schemeClr>
                </a:solidFill>
                <a:latin typeface="Inter Medium" panose="02000503000000020004" pitchFamily="2" charset="0"/>
                <a:ea typeface="Inter Medium" panose="02000503000000020004" pitchFamily="2"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Inter" panose="02000503000000020004" pitchFamily="2" charset="0"/>
                <a:ea typeface="Inter" panose="02000503000000020004" pitchFamily="2"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Inter" panose="02000503000000020004" pitchFamily="2" charset="0"/>
                <a:ea typeface="Inter" panose="02000503000000020004" pitchFamily="2"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Inter" panose="02000503000000020004" pitchFamily="2" charset="0"/>
                <a:ea typeface="Inter" panose="02000503000000020004" pitchFamily="2"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Inter" panose="02000503000000020004" pitchFamily="2" charset="0"/>
                <a:ea typeface="Inter" panose="02000503000000020004" pitchFamily="2"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solidFill>
                  <a:schemeClr val="bg1"/>
                </a:solidFill>
                <a:latin typeface="Inter SemiBold" panose="02000503000000020004" pitchFamily="2" charset="0"/>
                <a:ea typeface="Inter SemiBold" panose="02000503000000020004" pitchFamily="2" charset="0"/>
              </a:rPr>
              <a:t>DLF  2026</a:t>
            </a:r>
          </a:p>
        </p:txBody>
      </p:sp>
    </p:spTree>
    <p:extLst>
      <p:ext uri="{BB962C8B-B14F-4D97-AF65-F5344CB8AC3E}">
        <p14:creationId xmlns:p14="http://schemas.microsoft.com/office/powerpoint/2010/main" val="2307173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DF9C27-5AF4-4C30-8CA1-4CD706C49995}"/>
              </a:ext>
            </a:extLst>
          </p:cNvPr>
          <p:cNvSpPr txBox="1"/>
          <p:nvPr/>
        </p:nvSpPr>
        <p:spPr>
          <a:xfrm>
            <a:off x="548639" y="530352"/>
            <a:ext cx="8575190" cy="1231106"/>
          </a:xfrm>
          <a:prstGeom prst="rect">
            <a:avLst/>
          </a:prstGeom>
          <a:noFill/>
        </p:spPr>
        <p:txBody>
          <a:bodyPr wrap="square" rtlCol="0">
            <a:spAutoFit/>
          </a:bodyPr>
          <a:lstStyle/>
          <a:p>
            <a:r>
              <a:rPr lang="en-US" sz="4200" b="1" dirty="0">
                <a:solidFill>
                  <a:srgbClr val="7E2504"/>
                </a:solidFill>
                <a:latin typeface="Inter SemiBold" panose="02000503000000020004" pitchFamily="2" charset="0"/>
                <a:ea typeface="Inter SemiBold" panose="02000503000000020004" pitchFamily="2" charset="0"/>
              </a:rPr>
              <a:t>Data visualization</a:t>
            </a:r>
            <a:br>
              <a:rPr lang="en-US" sz="4000" dirty="0">
                <a:latin typeface="Inter" panose="02000503000000020004" pitchFamily="2" charset="0"/>
                <a:ea typeface="Inter" panose="02000503000000020004" pitchFamily="2" charset="0"/>
              </a:rPr>
            </a:br>
            <a:r>
              <a:rPr lang="en-US" sz="3200" dirty="0">
                <a:latin typeface="Inter Medium" panose="02000503000000020004" pitchFamily="2" charset="0"/>
                <a:ea typeface="Inter Medium" panose="02000503000000020004" pitchFamily="2" charset="0"/>
              </a:rPr>
              <a:t>What is it?</a:t>
            </a:r>
          </a:p>
        </p:txBody>
      </p:sp>
      <p:sp>
        <p:nvSpPr>
          <p:cNvPr id="3" name="TextBox 2">
            <a:extLst>
              <a:ext uri="{FF2B5EF4-FFF2-40B4-BE49-F238E27FC236}">
                <a16:creationId xmlns:a16="http://schemas.microsoft.com/office/drawing/2014/main" id="{E085D014-C663-474F-BC58-FF3A34BF9FCE}"/>
              </a:ext>
            </a:extLst>
          </p:cNvPr>
          <p:cNvSpPr txBox="1"/>
          <p:nvPr/>
        </p:nvSpPr>
        <p:spPr>
          <a:xfrm>
            <a:off x="548638" y="2454645"/>
            <a:ext cx="6333425" cy="2677656"/>
          </a:xfrm>
          <a:prstGeom prst="rect">
            <a:avLst/>
          </a:prstGeom>
          <a:noFill/>
        </p:spPr>
        <p:txBody>
          <a:bodyPr wrap="square" rtlCol="0">
            <a:spAutoFit/>
          </a:bodyPr>
          <a:lstStyle/>
          <a:p>
            <a:r>
              <a:rPr lang="en-US" sz="2400" dirty="0">
                <a:solidFill>
                  <a:schemeClr val="tx1">
                    <a:lumMod val="85000"/>
                    <a:lumOff val="15000"/>
                  </a:schemeClr>
                </a:solidFill>
                <a:latin typeface="Inter" panose="02000503000000020004" pitchFamily="2" charset="0"/>
                <a:ea typeface="Inter" panose="02000503000000020004" pitchFamily="2" charset="0"/>
              </a:rPr>
              <a:t>Data visualization is the </a:t>
            </a:r>
            <a:r>
              <a:rPr lang="en-US" sz="2400" dirty="0">
                <a:solidFill>
                  <a:srgbClr val="7E2504"/>
                </a:solidFill>
                <a:latin typeface="Inter Medium" panose="02000503000000020004" pitchFamily="2" charset="0"/>
                <a:ea typeface="Inter Medium" panose="02000503000000020004" pitchFamily="2" charset="0"/>
              </a:rPr>
              <a:t>creation</a:t>
            </a:r>
            <a:r>
              <a:rPr lang="en-US" sz="2400" dirty="0">
                <a:solidFill>
                  <a:srgbClr val="2171B9"/>
                </a:solidFill>
                <a:latin typeface="Inter" panose="02000503000000020004" pitchFamily="2" charset="0"/>
                <a:ea typeface="Inter" panose="02000503000000020004" pitchFamily="2" charset="0"/>
              </a:rPr>
              <a:t> </a:t>
            </a:r>
            <a:r>
              <a:rPr lang="en-US" sz="2400" dirty="0">
                <a:solidFill>
                  <a:schemeClr val="tx1">
                    <a:lumMod val="85000"/>
                    <a:lumOff val="15000"/>
                  </a:schemeClr>
                </a:solidFill>
                <a:latin typeface="Inter" panose="02000503000000020004" pitchFamily="2" charset="0"/>
                <a:ea typeface="Inter" panose="02000503000000020004" pitchFamily="2" charset="0"/>
              </a:rPr>
              <a:t>and </a:t>
            </a:r>
            <a:r>
              <a:rPr lang="en-US" sz="2400" dirty="0">
                <a:solidFill>
                  <a:srgbClr val="7E2504"/>
                </a:solidFill>
                <a:latin typeface="Inter Medium" panose="02000503000000020004" pitchFamily="2" charset="0"/>
                <a:ea typeface="Inter Medium" panose="02000503000000020004" pitchFamily="2" charset="0"/>
              </a:rPr>
              <a:t>study</a:t>
            </a:r>
            <a:r>
              <a:rPr lang="en-US" sz="2400" dirty="0">
                <a:solidFill>
                  <a:srgbClr val="50574F"/>
                </a:solidFill>
                <a:latin typeface="Inter" panose="02000503000000020004" pitchFamily="2" charset="0"/>
                <a:ea typeface="Inter" panose="02000503000000020004" pitchFamily="2" charset="0"/>
              </a:rPr>
              <a:t> </a:t>
            </a:r>
            <a:r>
              <a:rPr lang="en-US" sz="2400" dirty="0">
                <a:solidFill>
                  <a:schemeClr val="tx1">
                    <a:lumMod val="85000"/>
                    <a:lumOff val="15000"/>
                  </a:schemeClr>
                </a:solidFill>
                <a:latin typeface="Inter" panose="02000503000000020004" pitchFamily="2" charset="0"/>
                <a:ea typeface="Inter" panose="02000503000000020004" pitchFamily="2" charset="0"/>
              </a:rPr>
              <a:t>of the visual representation of data.</a:t>
            </a:r>
          </a:p>
          <a:p>
            <a:endParaRPr lang="en-US" sz="2400" dirty="0">
              <a:solidFill>
                <a:schemeClr val="tx1">
                  <a:lumMod val="85000"/>
                  <a:lumOff val="15000"/>
                </a:schemeClr>
              </a:solidFill>
              <a:latin typeface="Inter" panose="02000503000000020004" pitchFamily="2" charset="0"/>
              <a:ea typeface="Inter" panose="02000503000000020004" pitchFamily="2" charset="0"/>
            </a:endParaRPr>
          </a:p>
          <a:p>
            <a:r>
              <a:rPr lang="en-US" sz="2400" dirty="0">
                <a:solidFill>
                  <a:schemeClr val="tx1">
                    <a:lumMod val="85000"/>
                    <a:lumOff val="15000"/>
                  </a:schemeClr>
                </a:solidFill>
                <a:latin typeface="Inter" panose="02000503000000020004" pitchFamily="2" charset="0"/>
                <a:ea typeface="Inter" panose="02000503000000020004" pitchFamily="2" charset="0"/>
              </a:rPr>
              <a:t>Data visualization involves converting our data sources into visual representations.</a:t>
            </a:r>
          </a:p>
          <a:p>
            <a:endParaRPr lang="en-US" sz="2400" dirty="0">
              <a:solidFill>
                <a:schemeClr val="tx1">
                  <a:lumMod val="85000"/>
                  <a:lumOff val="15000"/>
                </a:schemeClr>
              </a:solidFill>
              <a:latin typeface="Inter" panose="02000503000000020004" pitchFamily="2" charset="0"/>
              <a:ea typeface="Inter" panose="02000503000000020004" pitchFamily="2" charset="0"/>
            </a:endParaRPr>
          </a:p>
          <a:p>
            <a:r>
              <a:rPr lang="en-US" sz="2400" dirty="0">
                <a:solidFill>
                  <a:schemeClr val="tx1">
                    <a:lumMod val="85000"/>
                    <a:lumOff val="15000"/>
                  </a:schemeClr>
                </a:solidFill>
                <a:latin typeface="Inter" panose="02000503000000020004" pitchFamily="2" charset="0"/>
                <a:ea typeface="Inter" panose="02000503000000020004" pitchFamily="2" charset="0"/>
              </a:rPr>
              <a:t>These might be charts, maps, graphs.</a:t>
            </a:r>
          </a:p>
        </p:txBody>
      </p:sp>
      <p:cxnSp>
        <p:nvCxnSpPr>
          <p:cNvPr id="5" name="Straight Connector 4">
            <a:extLst>
              <a:ext uri="{FF2B5EF4-FFF2-40B4-BE49-F238E27FC236}">
                <a16:creationId xmlns:a16="http://schemas.microsoft.com/office/drawing/2014/main" id="{2875AD2F-DAA4-4B80-80AE-9FFD4B52333C}"/>
              </a:ext>
            </a:extLst>
          </p:cNvPr>
          <p:cNvCxnSpPr>
            <a:cxnSpLocks/>
          </p:cNvCxnSpPr>
          <p:nvPr/>
        </p:nvCxnSpPr>
        <p:spPr>
          <a:xfrm>
            <a:off x="7788257" y="2756508"/>
            <a:ext cx="0" cy="1200329"/>
          </a:xfrm>
          <a:prstGeom prst="line">
            <a:avLst/>
          </a:prstGeom>
          <a:ln w="76200" cap="rnd">
            <a:solidFill>
              <a:srgbClr val="7E2504"/>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8B765A5-5245-42BF-B827-52F08B3BE5BB}"/>
              </a:ext>
            </a:extLst>
          </p:cNvPr>
          <p:cNvSpPr/>
          <p:nvPr/>
        </p:nvSpPr>
        <p:spPr>
          <a:xfrm>
            <a:off x="7938977" y="2756508"/>
            <a:ext cx="3941119" cy="1200329"/>
          </a:xfrm>
          <a:prstGeom prst="rect">
            <a:avLst/>
          </a:prstGeom>
        </p:spPr>
        <p:txBody>
          <a:bodyPr wrap="square">
            <a:spAutoFit/>
          </a:bodyPr>
          <a:lstStyle/>
          <a:p>
            <a:r>
              <a:rPr lang="en-US" dirty="0">
                <a:solidFill>
                  <a:srgbClr val="50574F"/>
                </a:solidFill>
                <a:latin typeface="Gentona Book" panose="00000500000000000000" pitchFamily="50" charset="0"/>
              </a:rPr>
              <a:t>“The simple graph has brought more information to the data analyst’s mind than any other device” </a:t>
            </a:r>
          </a:p>
          <a:p>
            <a:r>
              <a:rPr lang="en-US" dirty="0">
                <a:solidFill>
                  <a:srgbClr val="50574F"/>
                </a:solidFill>
                <a:latin typeface="Gentona Book" panose="00000500000000000000" pitchFamily="50" charset="0"/>
              </a:rPr>
              <a:t>		- John Tukey</a:t>
            </a:r>
          </a:p>
        </p:txBody>
      </p:sp>
    </p:spTree>
    <p:extLst>
      <p:ext uri="{BB962C8B-B14F-4D97-AF65-F5344CB8AC3E}">
        <p14:creationId xmlns:p14="http://schemas.microsoft.com/office/powerpoint/2010/main" val="1744552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27B9EC7-0E26-48BC-8EB9-53B80E348D99}"/>
              </a:ext>
            </a:extLst>
          </p:cNvPr>
          <p:cNvSpPr txBox="1"/>
          <p:nvPr/>
        </p:nvSpPr>
        <p:spPr>
          <a:xfrm>
            <a:off x="548639" y="2053859"/>
            <a:ext cx="9641133" cy="432426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400" dirty="0">
                <a:latin typeface="Inter Medium" panose="02000503000000020004" pitchFamily="2" charset="0"/>
                <a:ea typeface="Inter Medium" panose="02000503000000020004" pitchFamily="2" charset="0"/>
              </a:rPr>
              <a:t>Understand your </a:t>
            </a:r>
            <a:r>
              <a:rPr lang="en-US" sz="2400" dirty="0">
                <a:solidFill>
                  <a:srgbClr val="7E2504"/>
                </a:solidFill>
                <a:latin typeface="Inter Medium" panose="02000503000000020004" pitchFamily="2" charset="0"/>
                <a:ea typeface="Inter Medium" panose="02000503000000020004" pitchFamily="2" charset="0"/>
              </a:rPr>
              <a:t>audience</a:t>
            </a:r>
            <a:r>
              <a:rPr lang="en-US" sz="2400" dirty="0">
                <a:latin typeface="Inter Medium" panose="02000503000000020004" pitchFamily="2" charset="0"/>
                <a:ea typeface="Inter Medium" panose="02000503000000020004" pitchFamily="2" charset="0"/>
              </a:rPr>
              <a:t>. </a:t>
            </a:r>
          </a:p>
          <a:p>
            <a:pPr marL="742950" lvl="1" indent="-285750">
              <a:spcAft>
                <a:spcPts val="600"/>
              </a:spcAft>
              <a:buFont typeface="Arial" panose="020B0604020202020204" pitchFamily="34" charset="0"/>
              <a:buChar char="•"/>
            </a:pPr>
            <a:r>
              <a:rPr lang="en-US" sz="2400" dirty="0">
                <a:latin typeface="Inter" panose="02000503000000020004" pitchFamily="2" charset="0"/>
                <a:ea typeface="Inter" panose="02000503000000020004" pitchFamily="2" charset="0"/>
              </a:rPr>
              <a:t>What is their expertise?</a:t>
            </a:r>
          </a:p>
          <a:p>
            <a:pPr marL="742950" lvl="1" indent="-285750">
              <a:spcAft>
                <a:spcPts val="600"/>
              </a:spcAft>
              <a:buFont typeface="Arial" panose="020B0604020202020204" pitchFamily="34" charset="0"/>
              <a:buChar char="•"/>
            </a:pPr>
            <a:r>
              <a:rPr lang="en-US" sz="2400" dirty="0">
                <a:latin typeface="Inter" panose="02000503000000020004" pitchFamily="2" charset="0"/>
                <a:ea typeface="Inter" panose="02000503000000020004" pitchFamily="2" charset="0"/>
              </a:rPr>
              <a:t>What is your expertise?</a:t>
            </a:r>
          </a:p>
          <a:p>
            <a:pPr marL="742950" lvl="1" indent="-285750">
              <a:spcAft>
                <a:spcPts val="600"/>
              </a:spcAft>
              <a:buFont typeface="Arial" panose="020B0604020202020204" pitchFamily="34" charset="0"/>
              <a:buChar char="•"/>
            </a:pPr>
            <a:r>
              <a:rPr lang="en-US" sz="2400" dirty="0">
                <a:latin typeface="Inter" panose="02000503000000020004" pitchFamily="2" charset="0"/>
                <a:ea typeface="Inter" panose="02000503000000020004" pitchFamily="2" charset="0"/>
              </a:rPr>
              <a:t>Is there a mismatch between your expertise and your audiences?</a:t>
            </a:r>
            <a:br>
              <a:rPr lang="en-US" sz="2400" dirty="0">
                <a:latin typeface="Inter Medium" panose="02000503000000020004" pitchFamily="2" charset="0"/>
                <a:ea typeface="Inter Medium" panose="02000503000000020004" pitchFamily="2" charset="0"/>
              </a:rPr>
            </a:br>
            <a:endParaRPr lang="en-US" sz="2400" dirty="0">
              <a:latin typeface="Inter Medium" panose="02000503000000020004" pitchFamily="2" charset="0"/>
              <a:ea typeface="Inter Medium" panose="02000503000000020004" pitchFamily="2" charset="0"/>
            </a:endParaRPr>
          </a:p>
          <a:p>
            <a:pPr marL="285750" indent="-285750">
              <a:spcAft>
                <a:spcPts val="600"/>
              </a:spcAft>
              <a:buFont typeface="Arial" panose="020B0604020202020204" pitchFamily="34" charset="0"/>
              <a:buChar char="•"/>
            </a:pPr>
            <a:r>
              <a:rPr lang="en-US" sz="2400" dirty="0">
                <a:latin typeface="Inter Medium" panose="02000503000000020004" pitchFamily="2" charset="0"/>
                <a:ea typeface="Inter Medium" panose="02000503000000020004" pitchFamily="2" charset="0"/>
              </a:rPr>
              <a:t>What is the </a:t>
            </a:r>
            <a:r>
              <a:rPr lang="en-US" sz="2400" dirty="0">
                <a:solidFill>
                  <a:srgbClr val="7E2504"/>
                </a:solidFill>
                <a:latin typeface="Inter Medium" panose="02000503000000020004" pitchFamily="2" charset="0"/>
                <a:ea typeface="Inter Medium" panose="02000503000000020004" pitchFamily="2" charset="0"/>
              </a:rPr>
              <a:t>purpose</a:t>
            </a:r>
            <a:r>
              <a:rPr lang="en-US" sz="2400" dirty="0">
                <a:latin typeface="Inter Medium" panose="02000503000000020004" pitchFamily="2" charset="0"/>
                <a:ea typeface="Inter Medium" panose="02000503000000020004" pitchFamily="2" charset="0"/>
              </a:rPr>
              <a:t> of your visualization?</a:t>
            </a:r>
          </a:p>
          <a:p>
            <a:pPr marL="742950" lvl="1" indent="-285750">
              <a:spcAft>
                <a:spcPts val="600"/>
              </a:spcAft>
              <a:buFont typeface="Arial" panose="020B0604020202020204" pitchFamily="34" charset="0"/>
              <a:buChar char="•"/>
            </a:pPr>
            <a:r>
              <a:rPr lang="en-US" sz="2400" dirty="0">
                <a:latin typeface="Inter" panose="02000503000000020004" pitchFamily="2" charset="0"/>
                <a:ea typeface="Inter" panose="02000503000000020004" pitchFamily="2" charset="0"/>
              </a:rPr>
              <a:t>Are you trying to communicate some pattern?</a:t>
            </a:r>
          </a:p>
          <a:p>
            <a:pPr marL="742950" lvl="1" indent="-285750">
              <a:spcAft>
                <a:spcPts val="600"/>
              </a:spcAft>
              <a:buFont typeface="Arial" panose="020B0604020202020204" pitchFamily="34" charset="0"/>
              <a:buChar char="•"/>
            </a:pPr>
            <a:r>
              <a:rPr lang="en-US" sz="2400" dirty="0">
                <a:latin typeface="Inter" panose="02000503000000020004" pitchFamily="2" charset="0"/>
                <a:ea typeface="Inter" panose="02000503000000020004" pitchFamily="2" charset="0"/>
              </a:rPr>
              <a:t>Are you exploring data to discover underlying trends?</a:t>
            </a:r>
          </a:p>
          <a:p>
            <a:pPr marL="742950" lvl="1" indent="-285750">
              <a:spcAft>
                <a:spcPts val="600"/>
              </a:spcAft>
              <a:buFont typeface="Arial" panose="020B0604020202020204" pitchFamily="34" charset="0"/>
              <a:buChar char="•"/>
            </a:pPr>
            <a:r>
              <a:rPr lang="en-US" sz="2400" dirty="0">
                <a:latin typeface="Inter" panose="02000503000000020004" pitchFamily="2" charset="0"/>
                <a:ea typeface="Inter" panose="02000503000000020004" pitchFamily="2" charset="0"/>
              </a:rPr>
              <a:t>What is the story you are trying to tell?</a:t>
            </a:r>
          </a:p>
        </p:txBody>
      </p:sp>
      <p:sp>
        <p:nvSpPr>
          <p:cNvPr id="3" name="TextBox 2">
            <a:extLst>
              <a:ext uri="{FF2B5EF4-FFF2-40B4-BE49-F238E27FC236}">
                <a16:creationId xmlns:a16="http://schemas.microsoft.com/office/drawing/2014/main" id="{F2451433-6747-7DF1-BC31-2B87D167430A}"/>
              </a:ext>
            </a:extLst>
          </p:cNvPr>
          <p:cNvSpPr txBox="1"/>
          <p:nvPr/>
        </p:nvSpPr>
        <p:spPr>
          <a:xfrm>
            <a:off x="548639" y="530352"/>
            <a:ext cx="8575190" cy="1231106"/>
          </a:xfrm>
          <a:prstGeom prst="rect">
            <a:avLst/>
          </a:prstGeom>
          <a:noFill/>
        </p:spPr>
        <p:txBody>
          <a:bodyPr wrap="square" rtlCol="0">
            <a:spAutoFit/>
          </a:bodyPr>
          <a:lstStyle/>
          <a:p>
            <a:r>
              <a:rPr lang="en-US" sz="4200" b="1" dirty="0">
                <a:solidFill>
                  <a:srgbClr val="7E2504"/>
                </a:solidFill>
                <a:latin typeface="Inter SemiBold" panose="02000503000000020004" pitchFamily="2" charset="0"/>
                <a:ea typeface="Inter SemiBold" panose="02000503000000020004" pitchFamily="2" charset="0"/>
              </a:rPr>
              <a:t>Before you begin</a:t>
            </a:r>
            <a:br>
              <a:rPr lang="en-US" sz="4000" dirty="0">
                <a:latin typeface="Inter" panose="02000503000000020004" pitchFamily="2" charset="0"/>
                <a:ea typeface="Inter" panose="02000503000000020004" pitchFamily="2" charset="0"/>
              </a:rPr>
            </a:br>
            <a:endParaRPr lang="en-US" sz="3200" dirty="0">
              <a:latin typeface="Inter Medium" panose="02000503000000020004" pitchFamily="2" charset="0"/>
              <a:ea typeface="Inter Medium" panose="02000503000000020004" pitchFamily="2" charset="0"/>
            </a:endParaRPr>
          </a:p>
        </p:txBody>
      </p:sp>
    </p:spTree>
    <p:extLst>
      <p:ext uri="{BB962C8B-B14F-4D97-AF65-F5344CB8AC3E}">
        <p14:creationId xmlns:p14="http://schemas.microsoft.com/office/powerpoint/2010/main" val="4134207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C00D4-BDA8-C744-F631-6BFF9B42E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0B82A-8E94-2FD1-A60D-2CDED0334BD0}"/>
              </a:ext>
            </a:extLst>
          </p:cNvPr>
          <p:cNvSpPr>
            <a:spLocks noGrp="1"/>
          </p:cNvSpPr>
          <p:nvPr>
            <p:ph type="title"/>
          </p:nvPr>
        </p:nvSpPr>
        <p:spPr>
          <a:xfrm>
            <a:off x="838200" y="1234619"/>
            <a:ext cx="10515600" cy="2852737"/>
          </a:xfrm>
        </p:spPr>
        <p:txBody>
          <a:bodyPr>
            <a:normAutofit/>
          </a:bodyPr>
          <a:lstStyle/>
          <a:p>
            <a:r>
              <a:rPr lang="en-US" sz="5800" dirty="0"/>
              <a:t>Principles of </a:t>
            </a:r>
            <a:br>
              <a:rPr lang="en-US" sz="5800" dirty="0"/>
            </a:br>
            <a:r>
              <a:rPr lang="en-US" sz="5800" dirty="0"/>
              <a:t>visual </a:t>
            </a:r>
            <a:r>
              <a:rPr lang="en-US" sz="5800" dirty="0">
                <a:solidFill>
                  <a:srgbClr val="7E2504"/>
                </a:solidFill>
              </a:rPr>
              <a:t>perception</a:t>
            </a:r>
          </a:p>
        </p:txBody>
      </p:sp>
      <p:cxnSp>
        <p:nvCxnSpPr>
          <p:cNvPr id="4" name="Straight Connector 3">
            <a:extLst>
              <a:ext uri="{FF2B5EF4-FFF2-40B4-BE49-F238E27FC236}">
                <a16:creationId xmlns:a16="http://schemas.microsoft.com/office/drawing/2014/main" id="{BDF78B34-4769-088D-FC87-5E24E6A8DDE6}"/>
              </a:ext>
            </a:extLst>
          </p:cNvPr>
          <p:cNvCxnSpPr>
            <a:cxnSpLocks/>
          </p:cNvCxnSpPr>
          <p:nvPr/>
        </p:nvCxnSpPr>
        <p:spPr>
          <a:xfrm>
            <a:off x="0" y="2791531"/>
            <a:ext cx="6477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5510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8D5254-4F4B-677F-C6E3-E7DB9B597E3E}"/>
              </a:ext>
            </a:extLst>
          </p:cNvPr>
          <p:cNvSpPr txBox="1"/>
          <p:nvPr/>
        </p:nvSpPr>
        <p:spPr>
          <a:xfrm>
            <a:off x="1833957" y="843677"/>
            <a:ext cx="8524086" cy="5170646"/>
          </a:xfrm>
          <a:prstGeom prst="rect">
            <a:avLst/>
          </a:prstGeom>
          <a:noFill/>
        </p:spPr>
        <p:txBody>
          <a:bodyPr wrap="square" rtlCol="0">
            <a:spAutoFit/>
          </a:bodyPr>
          <a:lstStyle/>
          <a:p>
            <a:r>
              <a:rPr lang="en-US" sz="6600" dirty="0">
                <a:solidFill>
                  <a:schemeClr val="tx1">
                    <a:lumMod val="85000"/>
                    <a:lumOff val="15000"/>
                  </a:schemeClr>
                </a:solidFill>
                <a:latin typeface=""/>
              </a:rPr>
              <a:t>0854256596610022901891854082732455179002848630084785932826838670785383733305567118973</a:t>
            </a:r>
          </a:p>
        </p:txBody>
      </p:sp>
    </p:spTree>
    <p:extLst>
      <p:ext uri="{BB962C8B-B14F-4D97-AF65-F5344CB8AC3E}">
        <p14:creationId xmlns:p14="http://schemas.microsoft.com/office/powerpoint/2010/main" val="3155769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5517C3-A681-D669-F270-01012E0FA397}"/>
              </a:ext>
            </a:extLst>
          </p:cNvPr>
          <p:cNvSpPr txBox="1"/>
          <p:nvPr/>
        </p:nvSpPr>
        <p:spPr>
          <a:xfrm>
            <a:off x="1833957" y="843677"/>
            <a:ext cx="8524086" cy="5170646"/>
          </a:xfrm>
          <a:prstGeom prst="rect">
            <a:avLst/>
          </a:prstGeom>
          <a:noFill/>
        </p:spPr>
        <p:txBody>
          <a:bodyPr wrap="square" rtlCol="0">
            <a:spAutoFit/>
          </a:bodyPr>
          <a:lstStyle/>
          <a:p>
            <a:r>
              <a:rPr lang="en-US" sz="6600" dirty="0">
                <a:solidFill>
                  <a:schemeClr val="tx1">
                    <a:lumMod val="85000"/>
                    <a:lumOff val="15000"/>
                  </a:schemeClr>
                </a:solidFill>
                <a:latin typeface=""/>
              </a:rPr>
              <a:t>08</a:t>
            </a:r>
            <a:r>
              <a:rPr lang="en-US" sz="6600" dirty="0">
                <a:solidFill>
                  <a:schemeClr val="tx2">
                    <a:lumMod val="50000"/>
                    <a:lumOff val="50000"/>
                  </a:schemeClr>
                </a:solidFill>
                <a:latin typeface=""/>
              </a:rPr>
              <a:t>5</a:t>
            </a:r>
            <a:r>
              <a:rPr lang="en-US" sz="6600" dirty="0">
                <a:solidFill>
                  <a:schemeClr val="tx1">
                    <a:lumMod val="85000"/>
                    <a:lumOff val="15000"/>
                  </a:schemeClr>
                </a:solidFill>
                <a:latin typeface=""/>
              </a:rPr>
              <a:t>42</a:t>
            </a:r>
            <a:r>
              <a:rPr lang="en-US" sz="6600" dirty="0">
                <a:solidFill>
                  <a:schemeClr val="tx2">
                    <a:lumMod val="50000"/>
                    <a:lumOff val="50000"/>
                  </a:schemeClr>
                </a:solidFill>
                <a:latin typeface=""/>
              </a:rPr>
              <a:t>5</a:t>
            </a:r>
            <a:r>
              <a:rPr lang="en-US" sz="6600" dirty="0">
                <a:solidFill>
                  <a:schemeClr val="tx1">
                    <a:lumMod val="85000"/>
                    <a:lumOff val="15000"/>
                  </a:schemeClr>
                </a:solidFill>
                <a:latin typeface=""/>
              </a:rPr>
              <a:t>6</a:t>
            </a:r>
            <a:r>
              <a:rPr lang="en-US" sz="6600" dirty="0">
                <a:solidFill>
                  <a:schemeClr val="tx2">
                    <a:lumMod val="50000"/>
                    <a:lumOff val="50000"/>
                  </a:schemeClr>
                </a:solidFill>
                <a:latin typeface=""/>
              </a:rPr>
              <a:t>5</a:t>
            </a:r>
            <a:r>
              <a:rPr lang="en-US" sz="6600" dirty="0">
                <a:solidFill>
                  <a:schemeClr val="tx1">
                    <a:lumMod val="85000"/>
                    <a:lumOff val="15000"/>
                  </a:schemeClr>
                </a:solidFill>
                <a:latin typeface=""/>
              </a:rPr>
              <a:t>966100229018918</a:t>
            </a:r>
            <a:r>
              <a:rPr lang="en-US" sz="6600" dirty="0">
                <a:solidFill>
                  <a:schemeClr val="tx2">
                    <a:lumMod val="50000"/>
                    <a:lumOff val="50000"/>
                  </a:schemeClr>
                </a:solidFill>
                <a:latin typeface=""/>
              </a:rPr>
              <a:t>5</a:t>
            </a:r>
            <a:r>
              <a:rPr lang="en-US" sz="6600" dirty="0">
                <a:solidFill>
                  <a:schemeClr val="tx1">
                    <a:lumMod val="85000"/>
                    <a:lumOff val="15000"/>
                  </a:schemeClr>
                </a:solidFill>
                <a:latin typeface=""/>
              </a:rPr>
              <a:t>40827324</a:t>
            </a:r>
            <a:r>
              <a:rPr lang="en-US" sz="6600" dirty="0">
                <a:solidFill>
                  <a:schemeClr val="tx2">
                    <a:lumMod val="50000"/>
                    <a:lumOff val="50000"/>
                  </a:schemeClr>
                </a:solidFill>
                <a:latin typeface=""/>
              </a:rPr>
              <a:t>55</a:t>
            </a:r>
            <a:r>
              <a:rPr lang="en-US" sz="6600" dirty="0">
                <a:solidFill>
                  <a:schemeClr val="tx1">
                    <a:lumMod val="85000"/>
                    <a:lumOff val="15000"/>
                  </a:schemeClr>
                </a:solidFill>
                <a:latin typeface=""/>
              </a:rPr>
              <a:t>17900284863008478</a:t>
            </a:r>
            <a:r>
              <a:rPr lang="en-US" sz="6600" dirty="0">
                <a:solidFill>
                  <a:schemeClr val="tx2">
                    <a:lumMod val="50000"/>
                    <a:lumOff val="50000"/>
                  </a:schemeClr>
                </a:solidFill>
                <a:latin typeface=""/>
              </a:rPr>
              <a:t>5</a:t>
            </a:r>
            <a:r>
              <a:rPr lang="en-US" sz="6600" dirty="0">
                <a:solidFill>
                  <a:schemeClr val="tx1">
                    <a:lumMod val="85000"/>
                    <a:lumOff val="15000"/>
                  </a:schemeClr>
                </a:solidFill>
                <a:latin typeface=""/>
              </a:rPr>
              <a:t>93282683867078</a:t>
            </a:r>
            <a:r>
              <a:rPr lang="en-US" sz="6600" dirty="0">
                <a:solidFill>
                  <a:schemeClr val="tx2">
                    <a:lumMod val="50000"/>
                    <a:lumOff val="50000"/>
                  </a:schemeClr>
                </a:solidFill>
                <a:latin typeface=""/>
              </a:rPr>
              <a:t>5</a:t>
            </a:r>
            <a:r>
              <a:rPr lang="en-US" sz="6600" dirty="0">
                <a:solidFill>
                  <a:schemeClr val="tx1">
                    <a:lumMod val="85000"/>
                    <a:lumOff val="15000"/>
                  </a:schemeClr>
                </a:solidFill>
                <a:latin typeface=""/>
              </a:rPr>
              <a:t>38373330</a:t>
            </a:r>
            <a:r>
              <a:rPr lang="en-US" sz="6600" dirty="0">
                <a:solidFill>
                  <a:schemeClr val="tx2">
                    <a:lumMod val="50000"/>
                    <a:lumOff val="50000"/>
                  </a:schemeClr>
                </a:solidFill>
                <a:latin typeface=""/>
              </a:rPr>
              <a:t>55</a:t>
            </a:r>
            <a:r>
              <a:rPr lang="en-US" sz="6600" dirty="0">
                <a:solidFill>
                  <a:schemeClr val="tx1">
                    <a:lumMod val="85000"/>
                    <a:lumOff val="15000"/>
                  </a:schemeClr>
                </a:solidFill>
                <a:latin typeface=""/>
              </a:rPr>
              <a:t>67118973</a:t>
            </a:r>
          </a:p>
        </p:txBody>
      </p:sp>
    </p:spTree>
    <p:extLst>
      <p:ext uri="{BB962C8B-B14F-4D97-AF65-F5344CB8AC3E}">
        <p14:creationId xmlns:p14="http://schemas.microsoft.com/office/powerpoint/2010/main" val="521736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9130-34A4-D339-973A-35EB9C120E4E}"/>
              </a:ext>
            </a:extLst>
          </p:cNvPr>
          <p:cNvSpPr>
            <a:spLocks noGrp="1"/>
          </p:cNvSpPr>
          <p:nvPr>
            <p:ph type="title"/>
          </p:nvPr>
        </p:nvSpPr>
        <p:spPr/>
        <p:txBody>
          <a:bodyPr/>
          <a:lstStyle/>
          <a:p>
            <a:r>
              <a:rPr lang="en-US" dirty="0"/>
              <a:t>Pre-attentive attributes</a:t>
            </a:r>
          </a:p>
        </p:txBody>
      </p:sp>
      <p:sp>
        <p:nvSpPr>
          <p:cNvPr id="4" name="Footer Placeholder 3">
            <a:extLst>
              <a:ext uri="{FF2B5EF4-FFF2-40B4-BE49-F238E27FC236}">
                <a16:creationId xmlns:a16="http://schemas.microsoft.com/office/drawing/2014/main" id="{F4FEA548-47D0-17DB-AE71-C9ABC28CBD1E}"/>
              </a:ext>
            </a:extLst>
          </p:cNvPr>
          <p:cNvSpPr>
            <a:spLocks noGrp="1"/>
          </p:cNvSpPr>
          <p:nvPr>
            <p:ph type="ftr" sz="quarter" idx="11"/>
          </p:nvPr>
        </p:nvSpPr>
        <p:spPr/>
        <p:txBody>
          <a:bodyPr/>
          <a:lstStyle/>
          <a:p>
            <a:pPr algn="l"/>
            <a:r>
              <a:rPr lang="en-US"/>
              <a:t>Pre-attentive attributes figure, Tableau Blueprint Help, “Why Visual Analytics?” Tableau (Salesforce). help.tableau.com/current/blueprint/en-us/bp_why_visual_analytics.htm </a:t>
            </a:r>
            <a:endParaRPr lang="en-US" dirty="0"/>
          </a:p>
        </p:txBody>
      </p:sp>
      <p:pic>
        <p:nvPicPr>
          <p:cNvPr id="5" name="Picture 4">
            <a:extLst>
              <a:ext uri="{FF2B5EF4-FFF2-40B4-BE49-F238E27FC236}">
                <a16:creationId xmlns:a16="http://schemas.microsoft.com/office/drawing/2014/main" id="{0E0F7467-3042-0F21-FDAA-D380F15EC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3585" y="1240836"/>
            <a:ext cx="9024830" cy="4924624"/>
          </a:xfrm>
          <a:prstGeom prst="rect">
            <a:avLst/>
          </a:prstGeom>
        </p:spPr>
      </p:pic>
    </p:spTree>
    <p:extLst>
      <p:ext uri="{BB962C8B-B14F-4D97-AF65-F5344CB8AC3E}">
        <p14:creationId xmlns:p14="http://schemas.microsoft.com/office/powerpoint/2010/main" val="435345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ABE08-73B1-CD47-52B3-11C751E611D4}"/>
              </a:ext>
            </a:extLst>
          </p:cNvPr>
          <p:cNvSpPr>
            <a:spLocks noGrp="1"/>
          </p:cNvSpPr>
          <p:nvPr>
            <p:ph type="title"/>
          </p:nvPr>
        </p:nvSpPr>
        <p:spPr>
          <a:xfrm>
            <a:off x="838200" y="331505"/>
            <a:ext cx="10515600" cy="1325563"/>
          </a:xfrm>
        </p:spPr>
        <p:txBody>
          <a:bodyPr/>
          <a:lstStyle/>
          <a:p>
            <a:r>
              <a:rPr lang="en-US" dirty="0"/>
              <a:t>Ranking the effectiveness of visual encodings</a:t>
            </a:r>
          </a:p>
        </p:txBody>
      </p:sp>
      <p:sp>
        <p:nvSpPr>
          <p:cNvPr id="5" name="Content Placeholder 4">
            <a:extLst>
              <a:ext uri="{FF2B5EF4-FFF2-40B4-BE49-F238E27FC236}">
                <a16:creationId xmlns:a16="http://schemas.microsoft.com/office/drawing/2014/main" id="{21167D4E-F913-3F5D-214D-27E847A0BE4E}"/>
              </a:ext>
            </a:extLst>
          </p:cNvPr>
          <p:cNvSpPr>
            <a:spLocks noGrp="1"/>
          </p:cNvSpPr>
          <p:nvPr>
            <p:ph sz="half" idx="2"/>
          </p:nvPr>
        </p:nvSpPr>
        <p:spPr>
          <a:xfrm>
            <a:off x="6172199" y="1825625"/>
            <a:ext cx="5181601" cy="4351338"/>
          </a:xfrm>
        </p:spPr>
        <p:txBody>
          <a:bodyPr>
            <a:normAutofit lnSpcReduction="10000"/>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lang="en-US" sz="2700" b="1" dirty="0">
                <a:solidFill>
                  <a:srgbClr val="7E2504"/>
                </a:solidFill>
                <a:latin typeface="Inter SemiBold" panose="02000503000000020004" pitchFamily="2" charset="0"/>
                <a:ea typeface="Inter SemiBold" panose="02000503000000020004" pitchFamily="2" charset="0"/>
              </a:rPr>
              <a:t>Magnitude</a:t>
            </a:r>
            <a:r>
              <a:rPr lang="en-US" sz="2700" dirty="0">
                <a:solidFill>
                  <a:prstClr val="black">
                    <a:lumMod val="75000"/>
                    <a:lumOff val="25000"/>
                  </a:prstClr>
                </a:solidFill>
                <a:latin typeface="Inter Medium" panose="02000503000000020004" pitchFamily="2" charset="0"/>
                <a:ea typeface="Inter Medium" panose="02000503000000020004" pitchFamily="2" charset="0"/>
              </a:rPr>
              <a:t> channels encode ordered attributes</a:t>
            </a:r>
            <a:br>
              <a:rPr lang="en-US" sz="2700" dirty="0">
                <a:solidFill>
                  <a:prstClr val="black">
                    <a:lumMod val="75000"/>
                    <a:lumOff val="25000"/>
                  </a:prstClr>
                </a:solidFill>
                <a:latin typeface="Inter Medium" panose="02000503000000020004" pitchFamily="2" charset="0"/>
                <a:ea typeface="Inter Medium" panose="02000503000000020004" pitchFamily="2" charset="0"/>
              </a:rPr>
            </a:br>
            <a:endParaRPr lang="en-US" sz="2500" dirty="0">
              <a:solidFill>
                <a:prstClr val="black">
                  <a:lumMod val="75000"/>
                  <a:lumOff val="25000"/>
                </a:prstClr>
              </a:solidFill>
              <a:latin typeface="Inter Medium" panose="02000503000000020004" pitchFamily="2" charset="0"/>
              <a:ea typeface="Inter Medium" panose="02000503000000020004" pitchFamily="2"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00" b="0" i="0" u="none" strike="noStrike" kern="1200" cap="none" spc="0" normalizeH="0" baseline="0" noProof="0" dirty="0">
                <a:ln>
                  <a:noFill/>
                </a:ln>
                <a:solidFill>
                  <a:prstClr val="black">
                    <a:lumMod val="75000"/>
                    <a:lumOff val="25000"/>
                  </a:prstClr>
                </a:solidFill>
                <a:effectLst/>
                <a:uLnTx/>
                <a:uFillTx/>
                <a:latin typeface="Inter Medium" panose="02000503000000020004" pitchFamily="2" charset="0"/>
                <a:ea typeface="Inter Medium" panose="02000503000000020004" pitchFamily="2" charset="0"/>
                <a:cs typeface="+mn-cs"/>
              </a:rPr>
              <a:t>Quantitative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800" dirty="0">
                <a:solidFill>
                  <a:prstClr val="black">
                    <a:lumMod val="75000"/>
                    <a:lumOff val="25000"/>
                  </a:prstClr>
                </a:solidFill>
              </a:rPr>
              <a:t>Download counts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1800" dirty="0"/>
              <a:t>Number of consultations</a:t>
            </a:r>
            <a:br>
              <a:rPr lang="en-US" sz="1800" dirty="0"/>
            </a:br>
            <a:endParaRPr lang="en-US" sz="1800"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300" b="0" i="0" u="none" strike="noStrike" kern="1200" cap="none" spc="0" normalizeH="0" baseline="0" noProof="0" dirty="0">
                <a:ln>
                  <a:noFill/>
                </a:ln>
                <a:solidFill>
                  <a:prstClr val="black">
                    <a:lumMod val="75000"/>
                    <a:lumOff val="25000"/>
                  </a:prstClr>
                </a:solidFill>
                <a:effectLst/>
                <a:uLnTx/>
                <a:uFillTx/>
                <a:latin typeface="Inter Medium" panose="02000503000000020004" pitchFamily="2" charset="0"/>
                <a:ea typeface="Inter Medium" panose="02000503000000020004" pitchFamily="2" charset="0"/>
                <a:cs typeface="+mn-cs"/>
              </a:rPr>
              <a:t>Ordinal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Inter" panose="02000503000000020004" pitchFamily="2" charset="0"/>
                <a:ea typeface="Inter" panose="02000503000000020004" pitchFamily="2" charset="0"/>
                <a:cs typeface="+mn-cs"/>
              </a:rPr>
              <a:t>Class year</a:t>
            </a:r>
            <a:br>
              <a:rPr kumimoji="0" lang="en-US" sz="1800" b="0" i="0" u="none" strike="noStrike" kern="1200" cap="none" spc="0" normalizeH="0" baseline="0" noProof="0" dirty="0">
                <a:ln>
                  <a:noFill/>
                </a:ln>
                <a:solidFill>
                  <a:prstClr val="black">
                    <a:lumMod val="75000"/>
                    <a:lumOff val="25000"/>
                  </a:prstClr>
                </a:solidFill>
                <a:effectLst/>
                <a:uLnTx/>
                <a:uFillTx/>
                <a:latin typeface="Inter" panose="02000503000000020004" pitchFamily="2" charset="0"/>
                <a:ea typeface="Inter" panose="02000503000000020004" pitchFamily="2" charset="0"/>
                <a:cs typeface="+mn-cs"/>
              </a:rPr>
            </a:br>
            <a:r>
              <a:rPr kumimoji="0" lang="en-US" sz="1800" b="0" i="0" u="none" strike="noStrike" kern="1200" cap="none" spc="0" normalizeH="0" baseline="0" noProof="0" dirty="0">
                <a:ln>
                  <a:noFill/>
                </a:ln>
                <a:solidFill>
                  <a:prstClr val="black">
                    <a:lumMod val="75000"/>
                    <a:lumOff val="25000"/>
                  </a:prstClr>
                </a:solidFill>
                <a:effectLst/>
                <a:uLnTx/>
                <a:uFillTx/>
                <a:latin typeface="Inter" panose="02000503000000020004" pitchFamily="2" charset="0"/>
                <a:ea typeface="Inter" panose="02000503000000020004" pitchFamily="2" charset="0"/>
                <a:cs typeface="+mn-cs"/>
              </a:rPr>
              <a:t>(freshman, sophomore, junior, senior)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lumMod val="75000"/>
                    <a:lumOff val="25000"/>
                  </a:prstClr>
                </a:solidFill>
                <a:effectLst/>
                <a:uLnTx/>
                <a:uFillTx/>
                <a:latin typeface="Inter" panose="02000503000000020004" pitchFamily="2" charset="0"/>
                <a:ea typeface="Inter" panose="02000503000000020004" pitchFamily="2" charset="0"/>
                <a:cs typeface="+mn-cs"/>
              </a:rPr>
              <a:t>Likert response</a:t>
            </a:r>
            <a:br>
              <a:rPr kumimoji="0" lang="en-US" sz="1800" b="0" i="0" u="none" strike="noStrike" kern="1200" cap="none" spc="0" normalizeH="0" baseline="0" noProof="0" dirty="0">
                <a:ln>
                  <a:noFill/>
                </a:ln>
                <a:solidFill>
                  <a:prstClr val="black">
                    <a:lumMod val="75000"/>
                    <a:lumOff val="25000"/>
                  </a:prstClr>
                </a:solidFill>
                <a:effectLst/>
                <a:uLnTx/>
                <a:uFillTx/>
                <a:latin typeface="Inter" panose="02000503000000020004" pitchFamily="2" charset="0"/>
                <a:ea typeface="Inter" panose="02000503000000020004" pitchFamily="2" charset="0"/>
                <a:cs typeface="+mn-cs"/>
              </a:rPr>
            </a:br>
            <a:r>
              <a:rPr kumimoji="0" lang="en-US" sz="1800" b="0" i="0" u="none" strike="noStrike" kern="1200" cap="none" spc="0" normalizeH="0" baseline="0" noProof="0" dirty="0">
                <a:ln>
                  <a:noFill/>
                </a:ln>
                <a:solidFill>
                  <a:prstClr val="black">
                    <a:lumMod val="75000"/>
                    <a:lumOff val="25000"/>
                  </a:prstClr>
                </a:solidFill>
                <a:effectLst/>
                <a:uLnTx/>
                <a:uFillTx/>
                <a:latin typeface="Inter" panose="02000503000000020004" pitchFamily="2" charset="0"/>
                <a:ea typeface="Inter" panose="02000503000000020004" pitchFamily="2" charset="0"/>
                <a:cs typeface="+mn-cs"/>
              </a:rPr>
              <a:t>(disagree, neutral, agree)</a:t>
            </a:r>
          </a:p>
          <a:p>
            <a:pPr marL="0" indent="0">
              <a:buNone/>
            </a:pPr>
            <a:endParaRPr lang="en-US" dirty="0"/>
          </a:p>
        </p:txBody>
      </p:sp>
      <p:grpSp>
        <p:nvGrpSpPr>
          <p:cNvPr id="6" name="Group 5">
            <a:extLst>
              <a:ext uri="{FF2B5EF4-FFF2-40B4-BE49-F238E27FC236}">
                <a16:creationId xmlns:a16="http://schemas.microsoft.com/office/drawing/2014/main" id="{52954688-8CEE-7440-4F7A-E2006F83A9CB}"/>
              </a:ext>
            </a:extLst>
          </p:cNvPr>
          <p:cNvGrpSpPr/>
          <p:nvPr/>
        </p:nvGrpSpPr>
        <p:grpSpPr>
          <a:xfrm>
            <a:off x="838200" y="1782879"/>
            <a:ext cx="3732078" cy="4709996"/>
            <a:chOff x="521343" y="1724250"/>
            <a:chExt cx="3732078" cy="4709996"/>
          </a:xfrm>
        </p:grpSpPr>
        <p:pic>
          <p:nvPicPr>
            <p:cNvPr id="7" name="Picture 6">
              <a:extLst>
                <a:ext uri="{FF2B5EF4-FFF2-40B4-BE49-F238E27FC236}">
                  <a16:creationId xmlns:a16="http://schemas.microsoft.com/office/drawing/2014/main" id="{0E6590D4-94F5-F368-CA3B-F5711289DAA5}"/>
                </a:ext>
              </a:extLst>
            </p:cNvPr>
            <p:cNvPicPr>
              <a:picLocks noChangeAspect="1"/>
            </p:cNvPicPr>
            <p:nvPr/>
          </p:nvPicPr>
          <p:blipFill rotWithShape="1">
            <a:blip r:embed="rId3"/>
            <a:srcRect t="4912" r="55914"/>
            <a:stretch/>
          </p:blipFill>
          <p:spPr>
            <a:xfrm>
              <a:off x="793713" y="1724250"/>
              <a:ext cx="3459708" cy="4662621"/>
            </a:xfrm>
            <a:prstGeom prst="rect">
              <a:avLst/>
            </a:prstGeom>
          </p:spPr>
        </p:pic>
        <p:pic>
          <p:nvPicPr>
            <p:cNvPr id="8" name="Picture 7">
              <a:extLst>
                <a:ext uri="{FF2B5EF4-FFF2-40B4-BE49-F238E27FC236}">
                  <a16:creationId xmlns:a16="http://schemas.microsoft.com/office/drawing/2014/main" id="{0D481AB8-CF92-6E6A-89FA-BF4D2D4AD275}"/>
                </a:ext>
              </a:extLst>
            </p:cNvPr>
            <p:cNvPicPr>
              <a:picLocks noChangeAspect="1"/>
            </p:cNvPicPr>
            <p:nvPr/>
          </p:nvPicPr>
          <p:blipFill rotWithShape="1">
            <a:blip r:embed="rId3"/>
            <a:srcRect l="48464" t="4912" r="47188"/>
            <a:stretch/>
          </p:blipFill>
          <p:spPr>
            <a:xfrm>
              <a:off x="521343" y="1771625"/>
              <a:ext cx="341194" cy="4662621"/>
            </a:xfrm>
            <a:prstGeom prst="rect">
              <a:avLst/>
            </a:prstGeom>
          </p:spPr>
        </p:pic>
      </p:grpSp>
      <p:sp>
        <p:nvSpPr>
          <p:cNvPr id="10" name="Footer Placeholder 9">
            <a:extLst>
              <a:ext uri="{FF2B5EF4-FFF2-40B4-BE49-F238E27FC236}">
                <a16:creationId xmlns:a16="http://schemas.microsoft.com/office/drawing/2014/main" id="{C31EE230-E3E6-35AB-8920-02177B027B51}"/>
              </a:ext>
            </a:extLst>
          </p:cNvPr>
          <p:cNvSpPr>
            <a:spLocks noGrp="1"/>
          </p:cNvSpPr>
          <p:nvPr>
            <p:ph type="ftr" sz="quarter" idx="11"/>
          </p:nvPr>
        </p:nvSpPr>
        <p:spPr/>
        <p:txBody>
          <a:bodyPr/>
          <a:lstStyle/>
          <a:p>
            <a:pPr algn="l"/>
            <a:r>
              <a:rPr lang="en-US"/>
              <a:t>Adapted from Figure 5.6 in Tamara Munzner, Visualization Analysis and Design (Boca Raton, FL: CRC Press, 2014).</a:t>
            </a:r>
            <a:endParaRPr lang="en-US" dirty="0"/>
          </a:p>
        </p:txBody>
      </p:sp>
    </p:spTree>
    <p:extLst>
      <p:ext uri="{BB962C8B-B14F-4D97-AF65-F5344CB8AC3E}">
        <p14:creationId xmlns:p14="http://schemas.microsoft.com/office/powerpoint/2010/main" val="422429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F17E4-C4D7-02E4-FDE4-2EAC4ADC6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D80C6-0323-0C4B-C602-F85BE401C845}"/>
              </a:ext>
            </a:extLst>
          </p:cNvPr>
          <p:cNvSpPr>
            <a:spLocks noGrp="1"/>
          </p:cNvSpPr>
          <p:nvPr>
            <p:ph type="title"/>
          </p:nvPr>
        </p:nvSpPr>
        <p:spPr>
          <a:xfrm>
            <a:off x="838200" y="331505"/>
            <a:ext cx="11049000" cy="1325563"/>
          </a:xfrm>
        </p:spPr>
        <p:txBody>
          <a:bodyPr/>
          <a:lstStyle/>
          <a:p>
            <a:r>
              <a:rPr lang="en-US" dirty="0"/>
              <a:t>Ranking the effectiveness of visual encodings</a:t>
            </a:r>
          </a:p>
        </p:txBody>
      </p:sp>
      <p:sp>
        <p:nvSpPr>
          <p:cNvPr id="10" name="Footer Placeholder 9">
            <a:extLst>
              <a:ext uri="{FF2B5EF4-FFF2-40B4-BE49-F238E27FC236}">
                <a16:creationId xmlns:a16="http://schemas.microsoft.com/office/drawing/2014/main" id="{58C252A4-5774-398C-BBDB-B02C66A7D7BF}"/>
              </a:ext>
            </a:extLst>
          </p:cNvPr>
          <p:cNvSpPr>
            <a:spLocks noGrp="1"/>
          </p:cNvSpPr>
          <p:nvPr>
            <p:ph type="ftr" sz="quarter" idx="11"/>
          </p:nvPr>
        </p:nvSpPr>
        <p:spPr/>
        <p:txBody>
          <a:bodyPr/>
          <a:lstStyle/>
          <a:p>
            <a:pPr algn="l"/>
            <a:r>
              <a:rPr lang="en-US"/>
              <a:t>Adapted from Figure 5.6 in Tamara Munzner, Visualization Analysis and Design (Boca Raton, FL: CRC Press, 2014).</a:t>
            </a:r>
            <a:endParaRPr lang="en-US" dirty="0"/>
          </a:p>
        </p:txBody>
      </p:sp>
      <p:pic>
        <p:nvPicPr>
          <p:cNvPr id="3" name="Picture 2">
            <a:extLst>
              <a:ext uri="{FF2B5EF4-FFF2-40B4-BE49-F238E27FC236}">
                <a16:creationId xmlns:a16="http://schemas.microsoft.com/office/drawing/2014/main" id="{A2B56313-D119-6D80-6976-9F54C2E524D1}"/>
              </a:ext>
            </a:extLst>
          </p:cNvPr>
          <p:cNvPicPr>
            <a:picLocks noChangeAspect="1"/>
          </p:cNvPicPr>
          <p:nvPr/>
        </p:nvPicPr>
        <p:blipFill rotWithShape="1">
          <a:blip r:embed="rId3"/>
          <a:srcRect l="48433" t="4912"/>
          <a:stretch/>
        </p:blipFill>
        <p:spPr>
          <a:xfrm>
            <a:off x="838200" y="1851761"/>
            <a:ext cx="3753970" cy="4325202"/>
          </a:xfrm>
          <a:prstGeom prst="rect">
            <a:avLst/>
          </a:prstGeom>
        </p:spPr>
      </p:pic>
      <p:sp>
        <p:nvSpPr>
          <p:cNvPr id="9" name="Content Placeholder 8">
            <a:extLst>
              <a:ext uri="{FF2B5EF4-FFF2-40B4-BE49-F238E27FC236}">
                <a16:creationId xmlns:a16="http://schemas.microsoft.com/office/drawing/2014/main" id="{79646114-AD1D-D343-9C7D-B04608BBBC22}"/>
              </a:ext>
            </a:extLst>
          </p:cNvPr>
          <p:cNvSpPr>
            <a:spLocks noGrp="1"/>
          </p:cNvSpPr>
          <p:nvPr>
            <p:ph sz="half" idx="2"/>
          </p:nvPr>
        </p:nvSpPr>
        <p:spPr/>
        <p:txBody>
          <a:bodyPr/>
          <a:lstStyle/>
          <a:p>
            <a:pPr marL="0" indent="0">
              <a:buNone/>
            </a:pPr>
            <a:r>
              <a:rPr lang="en-US" sz="2700" b="1" dirty="0">
                <a:solidFill>
                  <a:srgbClr val="7E2504"/>
                </a:solidFill>
                <a:latin typeface="Inter SemiBold" panose="02000503000000020004" pitchFamily="2" charset="0"/>
                <a:ea typeface="Inter SemiBold" panose="02000503000000020004" pitchFamily="2" charset="0"/>
              </a:rPr>
              <a:t>Identity</a:t>
            </a:r>
            <a:r>
              <a:rPr lang="en-US" sz="2700" dirty="0">
                <a:solidFill>
                  <a:prstClr val="black">
                    <a:lumMod val="75000"/>
                    <a:lumOff val="25000"/>
                  </a:prstClr>
                </a:solidFill>
                <a:latin typeface="Inter Medium" panose="02000503000000020004" pitchFamily="2" charset="0"/>
                <a:ea typeface="Inter Medium" panose="02000503000000020004" pitchFamily="2" charset="0"/>
              </a:rPr>
              <a:t> channels encode categorical attributes</a:t>
            </a:r>
            <a:br>
              <a:rPr lang="en-US" sz="2400" dirty="0">
                <a:solidFill>
                  <a:prstClr val="black">
                    <a:lumMod val="75000"/>
                    <a:lumOff val="25000"/>
                  </a:prstClr>
                </a:solidFill>
                <a:latin typeface="Inter Medium" panose="02000503000000020004" pitchFamily="2" charset="0"/>
                <a:ea typeface="Inter Medium" panose="02000503000000020004" pitchFamily="2" charset="0"/>
              </a:rPr>
            </a:br>
            <a:endParaRPr lang="en-US" sz="2500" dirty="0">
              <a:latin typeface="Inter Medium" panose="02000503000000020004" pitchFamily="2" charset="0"/>
              <a:ea typeface="Inter Medium" panose="02000503000000020004" pitchFamily="2" charset="0"/>
            </a:endParaRPr>
          </a:p>
          <a:p>
            <a:pPr marL="0" indent="0">
              <a:buNone/>
            </a:pPr>
            <a:r>
              <a:rPr lang="en-US" sz="2300" dirty="0">
                <a:latin typeface="Inter Medium" panose="02000503000000020004" pitchFamily="2" charset="0"/>
                <a:ea typeface="Inter Medium" panose="02000503000000020004" pitchFamily="2" charset="0"/>
              </a:rPr>
              <a:t>Nominal</a:t>
            </a:r>
            <a:endParaRPr lang="en-US" sz="2300" dirty="0"/>
          </a:p>
          <a:p>
            <a:pPr>
              <a:spcAft>
                <a:spcPts val="600"/>
              </a:spcAft>
            </a:pPr>
            <a:r>
              <a:rPr lang="en-US" sz="1800" dirty="0"/>
              <a:t>Resource type</a:t>
            </a:r>
            <a:br>
              <a:rPr lang="en-US" sz="1800" dirty="0"/>
            </a:br>
            <a:r>
              <a:rPr lang="en-US" sz="1800" dirty="0"/>
              <a:t>(image, text, audio, dataset)</a:t>
            </a:r>
          </a:p>
          <a:p>
            <a:pPr>
              <a:spcAft>
                <a:spcPts val="600"/>
              </a:spcAft>
            </a:pPr>
            <a:r>
              <a:rPr lang="en-US" sz="1800" dirty="0"/>
              <a:t>Publication type</a:t>
            </a:r>
            <a:br>
              <a:rPr lang="en-US" sz="1800" dirty="0"/>
            </a:br>
            <a:r>
              <a:rPr lang="en-US" sz="1800" dirty="0"/>
              <a:t>(article, thesis, dataset, preprint)</a:t>
            </a:r>
          </a:p>
        </p:txBody>
      </p:sp>
    </p:spTree>
    <p:extLst>
      <p:ext uri="{BB962C8B-B14F-4D97-AF65-F5344CB8AC3E}">
        <p14:creationId xmlns:p14="http://schemas.microsoft.com/office/powerpoint/2010/main" val="4070907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589F0-9EC2-BB4C-DD0F-8B72B79E4F75}"/>
              </a:ext>
            </a:extLst>
          </p:cNvPr>
          <p:cNvSpPr>
            <a:spLocks noGrp="1"/>
          </p:cNvSpPr>
          <p:nvPr>
            <p:ph type="title"/>
          </p:nvPr>
        </p:nvSpPr>
        <p:spPr/>
        <p:txBody>
          <a:bodyPr/>
          <a:lstStyle/>
          <a:p>
            <a:r>
              <a:rPr lang="en-US" dirty="0"/>
              <a:t>Pre-attentive processing: </a:t>
            </a:r>
            <a:r>
              <a:rPr lang="en-US" b="1" dirty="0">
                <a:solidFill>
                  <a:srgbClr val="7E2504"/>
                </a:solidFill>
                <a:latin typeface="Inter SemiBold" panose="02000503000000020004" pitchFamily="2" charset="0"/>
                <a:ea typeface="Inter SemiBold" panose="02000503000000020004" pitchFamily="2" charset="0"/>
              </a:rPr>
              <a:t>Color</a:t>
            </a:r>
          </a:p>
        </p:txBody>
      </p:sp>
      <p:sp>
        <p:nvSpPr>
          <p:cNvPr id="4" name="Footer Placeholder 3">
            <a:extLst>
              <a:ext uri="{FF2B5EF4-FFF2-40B4-BE49-F238E27FC236}">
                <a16:creationId xmlns:a16="http://schemas.microsoft.com/office/drawing/2014/main" id="{529AC032-A4AB-19E4-2E55-37DB467E3D51}"/>
              </a:ext>
            </a:extLst>
          </p:cNvPr>
          <p:cNvSpPr>
            <a:spLocks noGrp="1"/>
          </p:cNvSpPr>
          <p:nvPr>
            <p:ph type="ftr" sz="quarter" idx="11"/>
          </p:nvPr>
        </p:nvSpPr>
        <p:spPr/>
        <p:txBody>
          <a:bodyPr/>
          <a:lstStyle/>
          <a:p>
            <a:pPr algn="l"/>
            <a:r>
              <a:rPr lang="en-US"/>
              <a:t>Healey, C. G., &amp; Enns, J. T. (2012). Attention and visual memory in visualization and computer graphics. IEEE Transactions on Visualization and Computer Graphics, 18(7), 1170-1188. </a:t>
            </a:r>
            <a:r>
              <a:rPr lang="en-US">
                <a:hlinkClick r:id="rId2"/>
              </a:rPr>
              <a:t>http://dx.doi.org.proxy.lib.duke.edu/10.1109/TVCG.2011.127</a:t>
            </a:r>
            <a:r>
              <a:rPr lang="en-US"/>
              <a:t> </a:t>
            </a:r>
            <a:endParaRPr lang="en-US" dirty="0"/>
          </a:p>
        </p:txBody>
      </p:sp>
      <p:pic>
        <p:nvPicPr>
          <p:cNvPr id="5" name="Google Shape;369;p54" descr="a group of circles where all are blue except for one that is red to demonstrate how color is processed pre-attentively" title="pre-attentive processing color example">
            <a:extLst>
              <a:ext uri="{FF2B5EF4-FFF2-40B4-BE49-F238E27FC236}">
                <a16:creationId xmlns:a16="http://schemas.microsoft.com/office/drawing/2014/main" id="{8A0010CD-4D65-633C-23FE-FE3A4AF6AED6}"/>
              </a:ext>
            </a:extLst>
          </p:cNvPr>
          <p:cNvPicPr preferRelativeResize="0">
            <a:picLocks noChangeAspect="1"/>
          </p:cNvPicPr>
          <p:nvPr/>
        </p:nvPicPr>
        <p:blipFill rotWithShape="1">
          <a:blip r:embed="rId3">
            <a:alphaModFix/>
          </a:blip>
          <a:srcRect/>
          <a:stretch/>
        </p:blipFill>
        <p:spPr>
          <a:xfrm>
            <a:off x="4406581" y="1687332"/>
            <a:ext cx="3378838" cy="3483335"/>
          </a:xfrm>
          <a:prstGeom prst="rect">
            <a:avLst/>
          </a:prstGeom>
          <a:noFill/>
          <a:ln>
            <a:noFill/>
          </a:ln>
        </p:spPr>
      </p:pic>
    </p:spTree>
    <p:extLst>
      <p:ext uri="{BB962C8B-B14F-4D97-AF65-F5344CB8AC3E}">
        <p14:creationId xmlns:p14="http://schemas.microsoft.com/office/powerpoint/2010/main" val="1706240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CAFB-2140-032F-A266-F10325047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DA46B5-FC0F-0649-EAEB-249FCC498049}"/>
              </a:ext>
            </a:extLst>
          </p:cNvPr>
          <p:cNvSpPr>
            <a:spLocks noGrp="1"/>
          </p:cNvSpPr>
          <p:nvPr>
            <p:ph type="title"/>
          </p:nvPr>
        </p:nvSpPr>
        <p:spPr/>
        <p:txBody>
          <a:bodyPr/>
          <a:lstStyle/>
          <a:p>
            <a:r>
              <a:rPr lang="en-US" dirty="0"/>
              <a:t>Pre-attentive processing: </a:t>
            </a:r>
            <a:r>
              <a:rPr lang="en-US" b="1" dirty="0">
                <a:solidFill>
                  <a:srgbClr val="7E2504"/>
                </a:solidFill>
                <a:latin typeface="Inter SemiBold" panose="02000503000000020004" pitchFamily="2" charset="0"/>
                <a:ea typeface="Inter SemiBold" panose="02000503000000020004" pitchFamily="2" charset="0"/>
              </a:rPr>
              <a:t>Color</a:t>
            </a:r>
          </a:p>
        </p:txBody>
      </p:sp>
      <p:sp>
        <p:nvSpPr>
          <p:cNvPr id="4" name="Footer Placeholder 3">
            <a:extLst>
              <a:ext uri="{FF2B5EF4-FFF2-40B4-BE49-F238E27FC236}">
                <a16:creationId xmlns:a16="http://schemas.microsoft.com/office/drawing/2014/main" id="{C7C0D64A-F44D-B41E-0A39-50CD8BD06C8B}"/>
              </a:ext>
            </a:extLst>
          </p:cNvPr>
          <p:cNvSpPr>
            <a:spLocks noGrp="1"/>
          </p:cNvSpPr>
          <p:nvPr>
            <p:ph type="ftr" sz="quarter" idx="11"/>
          </p:nvPr>
        </p:nvSpPr>
        <p:spPr/>
        <p:txBody>
          <a:bodyPr/>
          <a:lstStyle/>
          <a:p>
            <a:pPr algn="l"/>
            <a:r>
              <a:rPr lang="en-US"/>
              <a:t>Healey, C. G., &amp; Enns, J. T. (2012). Attention and visual memory in visualization and computer graphics. IEEE Transactions on Visualization and Computer Graphics, 18(7), 1170-1188. </a:t>
            </a:r>
            <a:r>
              <a:rPr lang="en-US">
                <a:hlinkClick r:id="rId2"/>
              </a:rPr>
              <a:t>http://dx.doi.org.proxy.lib.duke.edu/10.1109/TVCG.2011.127</a:t>
            </a:r>
            <a:r>
              <a:rPr lang="en-US"/>
              <a:t> </a:t>
            </a:r>
            <a:endParaRPr lang="en-US" dirty="0"/>
          </a:p>
        </p:txBody>
      </p:sp>
      <p:pic>
        <p:nvPicPr>
          <p:cNvPr id="3" name="Google Shape;377;p55" descr="a group of shapes where all are squares except for one that is a circle to demonstrate how shape is processed pre-attentively" title="pre-attentive processing shape example">
            <a:extLst>
              <a:ext uri="{FF2B5EF4-FFF2-40B4-BE49-F238E27FC236}">
                <a16:creationId xmlns:a16="http://schemas.microsoft.com/office/drawing/2014/main" id="{EB4A79E2-A44D-9036-073A-43115569EACB}"/>
              </a:ext>
            </a:extLst>
          </p:cNvPr>
          <p:cNvPicPr preferRelativeResize="0">
            <a:picLocks noChangeAspect="1"/>
          </p:cNvPicPr>
          <p:nvPr/>
        </p:nvPicPr>
        <p:blipFill rotWithShape="1">
          <a:blip r:embed="rId3">
            <a:alphaModFix/>
          </a:blip>
          <a:srcRect t="1653"/>
          <a:stretch/>
        </p:blipFill>
        <p:spPr>
          <a:xfrm>
            <a:off x="4245946" y="1600200"/>
            <a:ext cx="3700108" cy="3657600"/>
          </a:xfrm>
          <a:prstGeom prst="rect">
            <a:avLst/>
          </a:prstGeom>
          <a:noFill/>
          <a:ln>
            <a:noFill/>
          </a:ln>
        </p:spPr>
      </p:pic>
    </p:spTree>
    <p:extLst>
      <p:ext uri="{BB962C8B-B14F-4D97-AF65-F5344CB8AC3E}">
        <p14:creationId xmlns:p14="http://schemas.microsoft.com/office/powerpoint/2010/main" val="1033381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E73A4-CFA5-28EA-78BA-4FB491E4C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CFA97-616F-FC3B-9A36-B09F25DFB7C6}"/>
              </a:ext>
            </a:extLst>
          </p:cNvPr>
          <p:cNvSpPr>
            <a:spLocks noGrp="1"/>
          </p:cNvSpPr>
          <p:nvPr>
            <p:ph type="title"/>
          </p:nvPr>
        </p:nvSpPr>
        <p:spPr/>
        <p:txBody>
          <a:bodyPr/>
          <a:lstStyle/>
          <a:p>
            <a:r>
              <a:rPr lang="en-US" dirty="0"/>
              <a:t>Pre-attentive processing: </a:t>
            </a:r>
            <a:r>
              <a:rPr lang="en-US" b="1" dirty="0">
                <a:solidFill>
                  <a:srgbClr val="7E2504"/>
                </a:solidFill>
                <a:latin typeface="Inter SemiBold" panose="02000503000000020004" pitchFamily="2" charset="0"/>
                <a:ea typeface="Inter SemiBold" panose="02000503000000020004" pitchFamily="2" charset="0"/>
              </a:rPr>
              <a:t>Combined</a:t>
            </a:r>
          </a:p>
        </p:txBody>
      </p:sp>
      <p:sp>
        <p:nvSpPr>
          <p:cNvPr id="4" name="Footer Placeholder 3">
            <a:extLst>
              <a:ext uri="{FF2B5EF4-FFF2-40B4-BE49-F238E27FC236}">
                <a16:creationId xmlns:a16="http://schemas.microsoft.com/office/drawing/2014/main" id="{4C3C240A-6637-34DF-35F6-EF6F0ED1F2B8}"/>
              </a:ext>
            </a:extLst>
          </p:cNvPr>
          <p:cNvSpPr>
            <a:spLocks noGrp="1"/>
          </p:cNvSpPr>
          <p:nvPr>
            <p:ph type="ftr" sz="quarter" idx="11"/>
          </p:nvPr>
        </p:nvSpPr>
        <p:spPr/>
        <p:txBody>
          <a:bodyPr/>
          <a:lstStyle/>
          <a:p>
            <a:pPr algn="l"/>
            <a:r>
              <a:rPr lang="en-US"/>
              <a:t>Healey, C. G., &amp; Enns, J. T. (2012). Attention and visual memory in visualization and computer graphics. IEEE Transactions on Visualization and Computer Graphics, 18(7), 1170-1188. </a:t>
            </a:r>
            <a:r>
              <a:rPr lang="en-US">
                <a:hlinkClick r:id="rId2"/>
              </a:rPr>
              <a:t>http://dx.doi.org.proxy.lib.duke.edu/10.1109/TVCG.2011.127</a:t>
            </a:r>
            <a:r>
              <a:rPr lang="en-US"/>
              <a:t> </a:t>
            </a:r>
            <a:endParaRPr lang="en-US" dirty="0"/>
          </a:p>
        </p:txBody>
      </p:sp>
      <p:pic>
        <p:nvPicPr>
          <p:cNvPr id="5" name="Google Shape;385;p56" descr="a group of shapes that includes a mix of circles and squares in blue and red where only one  is both a circle and red to demonstrate how combining shape and color prevents pre-attentive processing" title="pre-attentive processing combined example">
            <a:extLst>
              <a:ext uri="{FF2B5EF4-FFF2-40B4-BE49-F238E27FC236}">
                <a16:creationId xmlns:a16="http://schemas.microsoft.com/office/drawing/2014/main" id="{BB12E2BF-DA59-552F-F86F-A7EB0DFC486B}"/>
              </a:ext>
            </a:extLst>
          </p:cNvPr>
          <p:cNvPicPr preferRelativeResize="0">
            <a:picLocks noChangeAspect="1"/>
          </p:cNvPicPr>
          <p:nvPr/>
        </p:nvPicPr>
        <p:blipFill rotWithShape="1">
          <a:blip r:embed="rId3">
            <a:alphaModFix/>
          </a:blip>
          <a:srcRect/>
          <a:stretch/>
        </p:blipFill>
        <p:spPr>
          <a:xfrm rot="10800000">
            <a:off x="4233157" y="1537498"/>
            <a:ext cx="3725685" cy="3783003"/>
          </a:xfrm>
          <a:prstGeom prst="rect">
            <a:avLst/>
          </a:prstGeom>
          <a:noFill/>
          <a:ln>
            <a:noFill/>
          </a:ln>
        </p:spPr>
      </p:pic>
    </p:spTree>
    <p:extLst>
      <p:ext uri="{BB962C8B-B14F-4D97-AF65-F5344CB8AC3E}">
        <p14:creationId xmlns:p14="http://schemas.microsoft.com/office/powerpoint/2010/main" val="3365277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B1662-75DE-5E81-3CDA-898C96F48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9C504-1F8F-1203-53E1-57B1C9848615}"/>
              </a:ext>
            </a:extLst>
          </p:cNvPr>
          <p:cNvSpPr>
            <a:spLocks noGrp="1"/>
          </p:cNvSpPr>
          <p:nvPr>
            <p:ph type="title"/>
          </p:nvPr>
        </p:nvSpPr>
        <p:spPr/>
        <p:txBody>
          <a:bodyPr/>
          <a:lstStyle/>
          <a:p>
            <a:r>
              <a:rPr lang="en-US" dirty="0"/>
              <a:t>Pre-attentive processing: </a:t>
            </a:r>
            <a:r>
              <a:rPr lang="en-US" b="1" dirty="0">
                <a:solidFill>
                  <a:srgbClr val="7E2504"/>
                </a:solidFill>
                <a:latin typeface="Inter SemiBold" panose="02000503000000020004" pitchFamily="2" charset="0"/>
                <a:ea typeface="Inter SemiBold" panose="02000503000000020004" pitchFamily="2" charset="0"/>
              </a:rPr>
              <a:t>Combined</a:t>
            </a:r>
          </a:p>
        </p:txBody>
      </p:sp>
      <p:pic>
        <p:nvPicPr>
          <p:cNvPr id="5" name="Google Shape;385;p56" descr="a group of shapes that includes a mix of circles and squares in blue and red where only one  is both a circle and red to demonstrate how combining shape and color prevents pre-attentive processing" title="pre-attentive processing combined example">
            <a:extLst>
              <a:ext uri="{FF2B5EF4-FFF2-40B4-BE49-F238E27FC236}">
                <a16:creationId xmlns:a16="http://schemas.microsoft.com/office/drawing/2014/main" id="{B7C32A08-AA00-DEAD-820C-2AAC05E69983}"/>
              </a:ext>
            </a:extLst>
          </p:cNvPr>
          <p:cNvPicPr preferRelativeResize="0">
            <a:picLocks noChangeAspect="1"/>
          </p:cNvPicPr>
          <p:nvPr/>
        </p:nvPicPr>
        <p:blipFill rotWithShape="1">
          <a:blip r:embed="rId2">
            <a:alphaModFix/>
          </a:blip>
          <a:srcRect/>
          <a:stretch/>
        </p:blipFill>
        <p:spPr>
          <a:xfrm rot="10800000">
            <a:off x="4233157" y="1537498"/>
            <a:ext cx="3725685" cy="3783003"/>
          </a:xfrm>
          <a:prstGeom prst="rect">
            <a:avLst/>
          </a:prstGeom>
          <a:noFill/>
          <a:ln>
            <a:noFill/>
          </a:ln>
        </p:spPr>
      </p:pic>
      <p:sp>
        <p:nvSpPr>
          <p:cNvPr id="3" name="TextBox 2">
            <a:extLst>
              <a:ext uri="{FF2B5EF4-FFF2-40B4-BE49-F238E27FC236}">
                <a16:creationId xmlns:a16="http://schemas.microsoft.com/office/drawing/2014/main" id="{165C650C-DFAE-7304-C5FA-F5564BAEC9B7}"/>
              </a:ext>
            </a:extLst>
          </p:cNvPr>
          <p:cNvSpPr txBox="1"/>
          <p:nvPr/>
        </p:nvSpPr>
        <p:spPr>
          <a:xfrm>
            <a:off x="537753" y="1963497"/>
            <a:ext cx="3627151" cy="2308324"/>
          </a:xfrm>
          <a:prstGeom prst="rect">
            <a:avLst/>
          </a:prstGeom>
          <a:noFill/>
        </p:spPr>
        <p:txBody>
          <a:bodyPr wrap="square">
            <a:spAutoFit/>
          </a:bodyPr>
          <a:lstStyle/>
          <a:p>
            <a:pPr marL="0" marR="0" lvl="0" indent="0" algn="l" rtl="0">
              <a:lnSpc>
                <a:spcPct val="100000"/>
              </a:lnSpc>
              <a:spcBef>
                <a:spcPts val="0"/>
              </a:spcBef>
              <a:spcAft>
                <a:spcPts val="0"/>
              </a:spcAft>
              <a:buSzPts val="1100"/>
              <a:buNone/>
            </a:pPr>
            <a:r>
              <a:rPr lang="en-US" sz="2400" dirty="0">
                <a:solidFill>
                  <a:schemeClr val="tx1">
                    <a:lumMod val="85000"/>
                    <a:lumOff val="15000"/>
                  </a:schemeClr>
                </a:solidFill>
                <a:latin typeface="Calibri"/>
                <a:ea typeface="Calibri"/>
                <a:cs typeface="Calibri"/>
                <a:sym typeface="Calibri"/>
              </a:rPr>
              <a:t>The power of pre-attentive processing is </a:t>
            </a:r>
            <a:r>
              <a:rPr lang="en-US" sz="2400" dirty="0">
                <a:solidFill>
                  <a:srgbClr val="7E2504"/>
                </a:solidFill>
                <a:latin typeface="Calibri"/>
                <a:ea typeface="Calibri"/>
                <a:cs typeface="Calibri"/>
                <a:sym typeface="Calibri"/>
              </a:rPr>
              <a:t>diminished or entirely eliminated </a:t>
            </a:r>
            <a:r>
              <a:rPr lang="en-US" sz="2400" dirty="0">
                <a:solidFill>
                  <a:schemeClr val="tx1">
                    <a:lumMod val="85000"/>
                    <a:lumOff val="15000"/>
                  </a:schemeClr>
                </a:solidFill>
                <a:latin typeface="Calibri"/>
                <a:ea typeface="Calibri"/>
                <a:cs typeface="Calibri"/>
                <a:sym typeface="Calibri"/>
              </a:rPr>
              <a:t>when you have two (or more) conflicting styles of visual representation</a:t>
            </a:r>
          </a:p>
        </p:txBody>
      </p:sp>
      <p:sp>
        <p:nvSpPr>
          <p:cNvPr id="6" name="Footer Placeholder 3">
            <a:extLst>
              <a:ext uri="{FF2B5EF4-FFF2-40B4-BE49-F238E27FC236}">
                <a16:creationId xmlns:a16="http://schemas.microsoft.com/office/drawing/2014/main" id="{472D228B-9ADD-0443-600C-2C2EE6D55C2F}"/>
              </a:ext>
            </a:extLst>
          </p:cNvPr>
          <p:cNvSpPr>
            <a:spLocks noGrp="1"/>
          </p:cNvSpPr>
          <p:nvPr>
            <p:ph type="ftr" sz="quarter" idx="11"/>
          </p:nvPr>
        </p:nvSpPr>
        <p:spPr>
          <a:xfrm>
            <a:off x="838200" y="6356350"/>
            <a:ext cx="10515600" cy="365125"/>
          </a:xfrm>
        </p:spPr>
        <p:txBody>
          <a:bodyPr/>
          <a:lstStyle/>
          <a:p>
            <a:pPr algn="l"/>
            <a:r>
              <a:rPr lang="en-US"/>
              <a:t>Healey, C. G., &amp; Enns, J. T. (2012). Attention and visual memory in visualization and computer graphics. IEEE Transactions on Visualization and Computer Graphics, 18(7), 1170-1188. </a:t>
            </a:r>
            <a:r>
              <a:rPr lang="en-US">
                <a:hlinkClick r:id="rId3"/>
              </a:rPr>
              <a:t>http://dx.doi.org.proxy.lib.duke.edu/10.1109/TVCG.2011.127</a:t>
            </a:r>
            <a:r>
              <a:rPr lang="en-US"/>
              <a:t> </a:t>
            </a:r>
            <a:endParaRPr lang="en-US" dirty="0"/>
          </a:p>
        </p:txBody>
      </p:sp>
    </p:spTree>
    <p:extLst>
      <p:ext uri="{BB962C8B-B14F-4D97-AF65-F5344CB8AC3E}">
        <p14:creationId xmlns:p14="http://schemas.microsoft.com/office/powerpoint/2010/main" val="1603537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AFC9E-FBBB-9C60-1584-D0476B0DCCE4}"/>
              </a:ext>
            </a:extLst>
          </p:cNvPr>
          <p:cNvSpPr>
            <a:spLocks noGrp="1"/>
          </p:cNvSpPr>
          <p:nvPr>
            <p:ph type="title"/>
          </p:nvPr>
        </p:nvSpPr>
        <p:spPr/>
        <p:txBody>
          <a:bodyPr/>
          <a:lstStyle/>
          <a:p>
            <a:r>
              <a:rPr lang="en-US" dirty="0"/>
              <a:t>Gestalt Principles of Visual Perception</a:t>
            </a:r>
          </a:p>
        </p:txBody>
      </p:sp>
      <p:pic>
        <p:nvPicPr>
          <p:cNvPr id="6" name="Picture 5">
            <a:extLst>
              <a:ext uri="{FF2B5EF4-FFF2-40B4-BE49-F238E27FC236}">
                <a16:creationId xmlns:a16="http://schemas.microsoft.com/office/drawing/2014/main" id="{C81C6949-3024-A3FA-7C33-EF055C02060C}"/>
              </a:ext>
            </a:extLst>
          </p:cNvPr>
          <p:cNvPicPr>
            <a:picLocks noChangeAspect="1"/>
          </p:cNvPicPr>
          <p:nvPr/>
        </p:nvPicPr>
        <p:blipFill>
          <a:blip r:embed="rId3">
            <a:extLst>
              <a:ext uri="{28A0092B-C50C-407E-A947-70E740481C1C}">
                <a14:useLocalDpi xmlns:a14="http://schemas.microsoft.com/office/drawing/2010/main" val="0"/>
              </a:ext>
            </a:extLst>
          </a:blip>
          <a:srcRect t="14775"/>
          <a:stretch>
            <a:fillRect/>
          </a:stretch>
        </p:blipFill>
        <p:spPr>
          <a:xfrm>
            <a:off x="1820091" y="1860445"/>
            <a:ext cx="8551818" cy="4144332"/>
          </a:xfrm>
          <a:prstGeom prst="rect">
            <a:avLst/>
          </a:prstGeom>
        </p:spPr>
      </p:pic>
      <p:sp>
        <p:nvSpPr>
          <p:cNvPr id="8" name="Footer Placeholder 7">
            <a:extLst>
              <a:ext uri="{FF2B5EF4-FFF2-40B4-BE49-F238E27FC236}">
                <a16:creationId xmlns:a16="http://schemas.microsoft.com/office/drawing/2014/main" id="{A210EA81-E8B1-2A78-3E79-EE3894279AA1}"/>
              </a:ext>
            </a:extLst>
          </p:cNvPr>
          <p:cNvSpPr>
            <a:spLocks noGrp="1"/>
          </p:cNvSpPr>
          <p:nvPr>
            <p:ph type="ftr" sz="quarter" idx="11"/>
          </p:nvPr>
        </p:nvSpPr>
        <p:spPr/>
        <p:txBody>
          <a:bodyPr/>
          <a:lstStyle/>
          <a:p>
            <a:pPr algn="l"/>
            <a:r>
              <a:rPr lang="en-US" dirty="0"/>
              <a:t>“Gestalt’s Principles of Visual Perception,” </a:t>
            </a:r>
            <a:r>
              <a:rPr lang="en-US" dirty="0" err="1"/>
              <a:t>Dataspire</a:t>
            </a:r>
            <a:r>
              <a:rPr lang="en-US" dirty="0"/>
              <a:t> (Kristin Hunter-Thomson), from “Leveraging Perception Science to Our Advantage,” https://</a:t>
            </a:r>
            <a:r>
              <a:rPr lang="en-US" dirty="0" err="1"/>
              <a:t>dataspire.org</a:t>
            </a:r>
            <a:r>
              <a:rPr lang="en-US" dirty="0"/>
              <a:t>/blog/leveraging-perception-science-to-our-advantage.</a:t>
            </a:r>
          </a:p>
        </p:txBody>
      </p:sp>
    </p:spTree>
    <p:extLst>
      <p:ext uri="{BB962C8B-B14F-4D97-AF65-F5344CB8AC3E}">
        <p14:creationId xmlns:p14="http://schemas.microsoft.com/office/powerpoint/2010/main" val="4087376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2F7E5-A0D3-2438-AE15-A2677F509E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C5365-4120-9FFA-B8E3-BF42030F3AC0}"/>
              </a:ext>
            </a:extLst>
          </p:cNvPr>
          <p:cNvSpPr>
            <a:spLocks noGrp="1"/>
          </p:cNvSpPr>
          <p:nvPr>
            <p:ph type="title"/>
          </p:nvPr>
        </p:nvSpPr>
        <p:spPr>
          <a:xfrm>
            <a:off x="838200" y="1234619"/>
            <a:ext cx="10515600" cy="2852737"/>
          </a:xfrm>
        </p:spPr>
        <p:txBody>
          <a:bodyPr>
            <a:normAutofit/>
          </a:bodyPr>
          <a:lstStyle/>
          <a:p>
            <a:r>
              <a:rPr lang="en-US" sz="5800" dirty="0">
                <a:solidFill>
                  <a:srgbClr val="7E2504"/>
                </a:solidFill>
              </a:rPr>
              <a:t>Design</a:t>
            </a:r>
            <a:r>
              <a:rPr lang="en-US" sz="5800" dirty="0"/>
              <a:t> of </a:t>
            </a:r>
            <a:br>
              <a:rPr lang="en-US" sz="5800" dirty="0"/>
            </a:br>
            <a:r>
              <a:rPr lang="en-US" sz="5800" dirty="0"/>
              <a:t>data visualizations</a:t>
            </a:r>
            <a:endParaRPr lang="en-US" sz="5800" dirty="0">
              <a:solidFill>
                <a:srgbClr val="7E2504"/>
              </a:solidFill>
            </a:endParaRPr>
          </a:p>
        </p:txBody>
      </p:sp>
      <p:cxnSp>
        <p:nvCxnSpPr>
          <p:cNvPr id="4" name="Straight Connector 3">
            <a:extLst>
              <a:ext uri="{FF2B5EF4-FFF2-40B4-BE49-F238E27FC236}">
                <a16:creationId xmlns:a16="http://schemas.microsoft.com/office/drawing/2014/main" id="{A6F3AB37-04C5-4FD0-E399-6165C5D25534}"/>
              </a:ext>
            </a:extLst>
          </p:cNvPr>
          <p:cNvCxnSpPr>
            <a:cxnSpLocks/>
          </p:cNvCxnSpPr>
          <p:nvPr/>
        </p:nvCxnSpPr>
        <p:spPr>
          <a:xfrm>
            <a:off x="0" y="2791531"/>
            <a:ext cx="6477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5068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3B7B11-0516-7BF3-B7DF-1713820DF898}"/>
              </a:ext>
            </a:extLst>
          </p:cNvPr>
          <p:cNvSpPr>
            <a:spLocks noGrp="1"/>
          </p:cNvSpPr>
          <p:nvPr>
            <p:ph type="title"/>
          </p:nvPr>
        </p:nvSpPr>
        <p:spPr/>
        <p:txBody>
          <a:bodyPr/>
          <a:lstStyle/>
          <a:p>
            <a:r>
              <a:rPr lang="en-US" dirty="0"/>
              <a:t>Keep it simple.</a:t>
            </a:r>
          </a:p>
        </p:txBody>
      </p:sp>
      <p:sp>
        <p:nvSpPr>
          <p:cNvPr id="5" name="Text Placeholder 4">
            <a:extLst>
              <a:ext uri="{FF2B5EF4-FFF2-40B4-BE49-F238E27FC236}">
                <a16:creationId xmlns:a16="http://schemas.microsoft.com/office/drawing/2014/main" id="{049BD57F-6931-2EF6-9B29-9E8BF0C6607B}"/>
              </a:ext>
            </a:extLst>
          </p:cNvPr>
          <p:cNvSpPr>
            <a:spLocks noGrp="1"/>
          </p:cNvSpPr>
          <p:nvPr>
            <p:ph type="body" idx="1"/>
          </p:nvPr>
        </p:nvSpPr>
        <p:spPr>
          <a:xfrm>
            <a:off x="838200" y="3357563"/>
            <a:ext cx="6842760" cy="3013204"/>
          </a:xfrm>
        </p:spPr>
        <p:txBody>
          <a:bodyPr>
            <a:normAutofit/>
          </a:bodyPr>
          <a:lstStyle/>
          <a:p>
            <a:pPr>
              <a:spcAft>
                <a:spcPts val="600"/>
              </a:spcAft>
            </a:pPr>
            <a:r>
              <a:rPr lang="en-US" dirty="0">
                <a:solidFill>
                  <a:schemeClr val="tx1">
                    <a:lumMod val="75000"/>
                    <a:lumOff val="25000"/>
                  </a:schemeClr>
                </a:solidFill>
              </a:rPr>
              <a:t>Eliminate visual clutter. </a:t>
            </a:r>
          </a:p>
          <a:p>
            <a:pPr>
              <a:spcAft>
                <a:spcPts val="600"/>
              </a:spcAft>
            </a:pPr>
            <a:r>
              <a:rPr lang="en-US" dirty="0">
                <a:solidFill>
                  <a:schemeClr val="tx1">
                    <a:lumMod val="75000"/>
                    <a:lumOff val="25000"/>
                  </a:schemeClr>
                </a:solidFill>
              </a:rPr>
              <a:t>If a part of a visualization </a:t>
            </a:r>
            <a:r>
              <a:rPr lang="en-US" b="1" dirty="0">
                <a:solidFill>
                  <a:srgbClr val="7E2504"/>
                </a:solidFill>
                <a:latin typeface="Inter SemiBold" panose="02000503000000020004" pitchFamily="2" charset="0"/>
                <a:ea typeface="Inter SemiBold" panose="02000503000000020004" pitchFamily="2" charset="0"/>
              </a:rPr>
              <a:t>doesn’t communicate </a:t>
            </a:r>
            <a:r>
              <a:rPr lang="en-US" dirty="0">
                <a:solidFill>
                  <a:schemeClr val="tx1">
                    <a:lumMod val="75000"/>
                    <a:lumOff val="25000"/>
                  </a:schemeClr>
                </a:solidFill>
              </a:rPr>
              <a:t>information, remove it!</a:t>
            </a:r>
          </a:p>
          <a:p>
            <a:pPr>
              <a:spcAft>
                <a:spcPts val="1800"/>
              </a:spcAft>
            </a:pPr>
            <a:endParaRPr lang="en-US" dirty="0">
              <a:solidFill>
                <a:schemeClr val="tx1">
                  <a:lumMod val="75000"/>
                  <a:lumOff val="25000"/>
                </a:schemeClr>
              </a:solidFill>
            </a:endParaRPr>
          </a:p>
        </p:txBody>
      </p:sp>
      <p:cxnSp>
        <p:nvCxnSpPr>
          <p:cNvPr id="10" name="Straight Connector 9">
            <a:extLst>
              <a:ext uri="{FF2B5EF4-FFF2-40B4-BE49-F238E27FC236}">
                <a16:creationId xmlns:a16="http://schemas.microsoft.com/office/drawing/2014/main" id="{2457EB8A-CEB4-1693-C86D-D279781279FB}"/>
              </a:ext>
            </a:extLst>
          </p:cNvPr>
          <p:cNvCxnSpPr>
            <a:cxnSpLocks/>
          </p:cNvCxnSpPr>
          <p:nvPr/>
        </p:nvCxnSpPr>
        <p:spPr>
          <a:xfrm>
            <a:off x="0" y="2791531"/>
            <a:ext cx="6477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86C783A1-9FE9-AA5E-B346-41114ECA5893}"/>
              </a:ext>
            </a:extLst>
          </p:cNvPr>
          <p:cNvPicPr>
            <a:picLocks noChangeAspect="1"/>
          </p:cNvPicPr>
          <p:nvPr/>
        </p:nvPicPr>
        <p:blipFill rotWithShape="1">
          <a:blip r:embed="rId2">
            <a:extLst>
              <a:ext uri="{28A0092B-C50C-407E-A947-70E740481C1C}">
                <a14:useLocalDpi xmlns:a14="http://schemas.microsoft.com/office/drawing/2010/main" val="0"/>
              </a:ext>
            </a:extLst>
          </a:blip>
          <a:srcRect b="25672"/>
          <a:stretch/>
        </p:blipFill>
        <p:spPr>
          <a:xfrm>
            <a:off x="7784954" y="1922398"/>
            <a:ext cx="3344818" cy="3013204"/>
          </a:xfrm>
          <a:prstGeom prst="rect">
            <a:avLst/>
          </a:prstGeom>
        </p:spPr>
      </p:pic>
    </p:spTree>
    <p:extLst>
      <p:ext uri="{BB962C8B-B14F-4D97-AF65-F5344CB8AC3E}">
        <p14:creationId xmlns:p14="http://schemas.microsoft.com/office/powerpoint/2010/main" val="3931210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9D3006-461E-10E2-8A4B-4F3438D30475}"/>
              </a:ext>
            </a:extLst>
          </p:cNvPr>
          <p:cNvSpPr>
            <a:spLocks noGrp="1"/>
          </p:cNvSpPr>
          <p:nvPr>
            <p:ph type="title"/>
          </p:nvPr>
        </p:nvSpPr>
        <p:spPr/>
        <p:txBody>
          <a:bodyPr/>
          <a:lstStyle/>
          <a:p>
            <a:r>
              <a:rPr lang="en-US" dirty="0"/>
              <a:t>Remove </a:t>
            </a:r>
            <a:r>
              <a:rPr lang="en-US" b="1" dirty="0">
                <a:solidFill>
                  <a:srgbClr val="7E2504"/>
                </a:solidFill>
                <a:latin typeface="Inter SemiBold" panose="02000503000000020004" pitchFamily="2" charset="0"/>
                <a:ea typeface="Inter SemiBold" panose="02000503000000020004" pitchFamily="2" charset="0"/>
              </a:rPr>
              <a:t>non-encoding</a:t>
            </a:r>
            <a:r>
              <a:rPr lang="en-US" dirty="0">
                <a:solidFill>
                  <a:srgbClr val="002D72"/>
                </a:solidFill>
              </a:rPr>
              <a:t> </a:t>
            </a:r>
            <a:r>
              <a:rPr lang="en-US" dirty="0"/>
              <a:t>visual elements</a:t>
            </a:r>
          </a:p>
        </p:txBody>
      </p:sp>
      <p:pic>
        <p:nvPicPr>
          <p:cNvPr id="10" name="Picture 9" descr="Percent body fat versus height in professional male Australian athletes. Each point represents one athlete. This figure devotes way too much ink to non-data. There are unnecessary frames around the entire figure, around the plot panel, and around the legend. The coordinate grid is very prominent, and its presence draws attention away from the data points. Data source: Telford and Cunningham (1991)">
            <a:extLst>
              <a:ext uri="{FF2B5EF4-FFF2-40B4-BE49-F238E27FC236}">
                <a16:creationId xmlns:a16="http://schemas.microsoft.com/office/drawing/2014/main" id="{9D80F838-1F7E-2786-200F-A079013C243C}"/>
              </a:ext>
            </a:extLst>
          </p:cNvPr>
          <p:cNvPicPr>
            <a:picLocks noChangeAspect="1"/>
          </p:cNvPicPr>
          <p:nvPr/>
        </p:nvPicPr>
        <p:blipFill>
          <a:blip r:embed="rId2"/>
          <a:stretch>
            <a:fillRect/>
          </a:stretch>
        </p:blipFill>
        <p:spPr>
          <a:xfrm>
            <a:off x="2438400" y="1374413"/>
            <a:ext cx="7315200" cy="4508500"/>
          </a:xfrm>
          <a:prstGeom prst="rect">
            <a:avLst/>
          </a:prstGeom>
        </p:spPr>
      </p:pic>
      <p:sp>
        <p:nvSpPr>
          <p:cNvPr id="11" name="Footer Placeholder 10">
            <a:extLst>
              <a:ext uri="{FF2B5EF4-FFF2-40B4-BE49-F238E27FC236}">
                <a16:creationId xmlns:a16="http://schemas.microsoft.com/office/drawing/2014/main" id="{8AD06FFB-A388-8BB9-EDE1-9B57F7E71CD4}"/>
              </a:ext>
            </a:extLst>
          </p:cNvPr>
          <p:cNvSpPr>
            <a:spLocks noGrp="1"/>
          </p:cNvSpPr>
          <p:nvPr>
            <p:ph type="ftr" sz="quarter" idx="11"/>
          </p:nvPr>
        </p:nvSpPr>
        <p:spPr/>
        <p:txBody>
          <a:bodyPr/>
          <a:lstStyle/>
          <a:p>
            <a:pPr algn="l"/>
            <a:r>
              <a:rPr lang="en-US"/>
              <a:t>Figure 23.1 from Claus O. Wilke, Fundamentals of Data Visualization (O’Reilly, 2019), </a:t>
            </a:r>
            <a:r>
              <a:rPr lang="en-US">
                <a:hlinkClick r:id="rId3"/>
              </a:rPr>
              <a:t>https://clauswilke.com/dataviz/balance-data-context.html</a:t>
            </a:r>
            <a:r>
              <a:rPr lang="en-US"/>
              <a:t>. Licensed under CC BY-NC-ND 4.0. Not modified.</a:t>
            </a:r>
            <a:endParaRPr lang="en-US" dirty="0"/>
          </a:p>
        </p:txBody>
      </p:sp>
    </p:spTree>
    <p:extLst>
      <p:ext uri="{BB962C8B-B14F-4D97-AF65-F5344CB8AC3E}">
        <p14:creationId xmlns:p14="http://schemas.microsoft.com/office/powerpoint/2010/main" val="1846303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4AC37-B445-99E6-5589-1509FE5954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E0EBE3-8D10-2DC1-CC4E-BF9758CC8766}"/>
              </a:ext>
            </a:extLst>
          </p:cNvPr>
          <p:cNvSpPr>
            <a:spLocks noGrp="1"/>
          </p:cNvSpPr>
          <p:nvPr>
            <p:ph type="title"/>
          </p:nvPr>
        </p:nvSpPr>
        <p:spPr/>
        <p:txBody>
          <a:bodyPr/>
          <a:lstStyle/>
          <a:p>
            <a:r>
              <a:rPr lang="en-US" dirty="0"/>
              <a:t>Remove </a:t>
            </a:r>
            <a:r>
              <a:rPr lang="en-US" b="1" dirty="0">
                <a:solidFill>
                  <a:srgbClr val="7E2504"/>
                </a:solidFill>
                <a:latin typeface="Inter SemiBold" panose="02000503000000020004" pitchFamily="2" charset="0"/>
                <a:ea typeface="Inter SemiBold" panose="02000503000000020004" pitchFamily="2" charset="0"/>
              </a:rPr>
              <a:t>non-encoding</a:t>
            </a:r>
            <a:r>
              <a:rPr lang="en-US" dirty="0"/>
              <a:t> visual elements</a:t>
            </a:r>
          </a:p>
        </p:txBody>
      </p:sp>
      <p:pic>
        <p:nvPicPr>
          <p:cNvPr id="2" name="Picture 1">
            <a:extLst>
              <a:ext uri="{FF2B5EF4-FFF2-40B4-BE49-F238E27FC236}">
                <a16:creationId xmlns:a16="http://schemas.microsoft.com/office/drawing/2014/main" id="{220E57FC-0EF5-4EA4-7C55-E8B670644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3409" y="1772182"/>
            <a:ext cx="7125182" cy="4397573"/>
          </a:xfrm>
          <a:prstGeom prst="rect">
            <a:avLst/>
          </a:prstGeom>
        </p:spPr>
      </p:pic>
      <p:sp>
        <p:nvSpPr>
          <p:cNvPr id="8" name="Footer Placeholder 10">
            <a:extLst>
              <a:ext uri="{FF2B5EF4-FFF2-40B4-BE49-F238E27FC236}">
                <a16:creationId xmlns:a16="http://schemas.microsoft.com/office/drawing/2014/main" id="{886BA6CE-A3C7-9122-BDFC-93E5C9B4E2D5}"/>
              </a:ext>
            </a:extLst>
          </p:cNvPr>
          <p:cNvSpPr>
            <a:spLocks noGrp="1"/>
          </p:cNvSpPr>
          <p:nvPr>
            <p:ph type="ftr" sz="quarter" idx="11"/>
          </p:nvPr>
        </p:nvSpPr>
        <p:spPr>
          <a:xfrm>
            <a:off x="838200" y="6356350"/>
            <a:ext cx="10515600" cy="365125"/>
          </a:xfrm>
        </p:spPr>
        <p:txBody>
          <a:bodyPr/>
          <a:lstStyle/>
          <a:p>
            <a:pPr algn="l"/>
            <a:r>
              <a:rPr lang="en-US"/>
              <a:t>Figure 23.2 from Claus O. Wilke, Fundamentals of Data Visualization (O’Reilly, 2019), </a:t>
            </a:r>
            <a:r>
              <a:rPr lang="en-US">
                <a:hlinkClick r:id="rId3"/>
              </a:rPr>
              <a:t>https://clauswilke.com/dataviz/balance-data-context.html</a:t>
            </a:r>
            <a:r>
              <a:rPr lang="en-US"/>
              <a:t>. Licensed under CC BY-NC-ND 4.0. Not modified.</a:t>
            </a:r>
            <a:endParaRPr lang="en-US" dirty="0"/>
          </a:p>
        </p:txBody>
      </p:sp>
    </p:spTree>
    <p:extLst>
      <p:ext uri="{BB962C8B-B14F-4D97-AF65-F5344CB8AC3E}">
        <p14:creationId xmlns:p14="http://schemas.microsoft.com/office/powerpoint/2010/main" val="1447622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835DF-476F-1152-AEAF-F8369DCFDDAE}"/>
              </a:ext>
            </a:extLst>
          </p:cNvPr>
          <p:cNvSpPr>
            <a:spLocks noGrp="1"/>
          </p:cNvSpPr>
          <p:nvPr>
            <p:ph type="title"/>
          </p:nvPr>
        </p:nvSpPr>
        <p:spPr/>
        <p:txBody>
          <a:bodyPr/>
          <a:lstStyle/>
          <a:p>
            <a:r>
              <a:rPr lang="en-US" dirty="0"/>
              <a:t>Avoid 3D.</a:t>
            </a:r>
          </a:p>
        </p:txBody>
      </p:sp>
      <p:sp>
        <p:nvSpPr>
          <p:cNvPr id="3" name="Text Placeholder 2">
            <a:extLst>
              <a:ext uri="{FF2B5EF4-FFF2-40B4-BE49-F238E27FC236}">
                <a16:creationId xmlns:a16="http://schemas.microsoft.com/office/drawing/2014/main" id="{FF7C7EC5-2AA8-54E1-8CB0-03989E53F89E}"/>
              </a:ext>
            </a:extLst>
          </p:cNvPr>
          <p:cNvSpPr>
            <a:spLocks noGrp="1"/>
          </p:cNvSpPr>
          <p:nvPr>
            <p:ph type="body" idx="1"/>
          </p:nvPr>
        </p:nvSpPr>
        <p:spPr/>
        <p:txBody>
          <a:bodyPr/>
          <a:lstStyle/>
          <a:p>
            <a:r>
              <a:rPr lang="en-US" dirty="0">
                <a:solidFill>
                  <a:schemeClr val="tx1">
                    <a:lumMod val="65000"/>
                    <a:lumOff val="35000"/>
                  </a:schemeClr>
                </a:solidFill>
              </a:rPr>
              <a:t>Three-dimensional data visualizations are rarely justified.</a:t>
            </a:r>
          </a:p>
        </p:txBody>
      </p:sp>
      <p:cxnSp>
        <p:nvCxnSpPr>
          <p:cNvPr id="4" name="Straight Connector 3">
            <a:extLst>
              <a:ext uri="{FF2B5EF4-FFF2-40B4-BE49-F238E27FC236}">
                <a16:creationId xmlns:a16="http://schemas.microsoft.com/office/drawing/2014/main" id="{B4E2143E-EA0D-6AB2-552F-724EBC42AF73}"/>
              </a:ext>
            </a:extLst>
          </p:cNvPr>
          <p:cNvCxnSpPr>
            <a:cxnSpLocks/>
          </p:cNvCxnSpPr>
          <p:nvPr/>
        </p:nvCxnSpPr>
        <p:spPr>
          <a:xfrm>
            <a:off x="0" y="2791531"/>
            <a:ext cx="6477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4397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613E86-4BB2-374A-67F5-81678B9A22F1}"/>
              </a:ext>
            </a:extLst>
          </p:cNvPr>
          <p:cNvSpPr>
            <a:spLocks noGrp="1"/>
          </p:cNvSpPr>
          <p:nvPr>
            <p:ph type="title"/>
          </p:nvPr>
        </p:nvSpPr>
        <p:spPr/>
        <p:txBody>
          <a:bodyPr/>
          <a:lstStyle/>
          <a:p>
            <a:r>
              <a:rPr lang="en-US" dirty="0"/>
              <a:t>Is this 3D </a:t>
            </a:r>
            <a:r>
              <a:rPr lang="en-US" b="1" dirty="0">
                <a:solidFill>
                  <a:srgbClr val="7E2504"/>
                </a:solidFill>
                <a:latin typeface="Inter SemiBold" panose="02000503000000020004" pitchFamily="2" charset="0"/>
                <a:ea typeface="Inter SemiBold" panose="02000503000000020004" pitchFamily="2" charset="0"/>
              </a:rPr>
              <a:t>adding</a:t>
            </a:r>
            <a:r>
              <a:rPr lang="en-US" dirty="0"/>
              <a:t> information?</a:t>
            </a:r>
          </a:p>
        </p:txBody>
      </p:sp>
      <p:pic>
        <p:nvPicPr>
          <p:cNvPr id="12" name="Picture 11" descr="The same 3D pie chart shown from four different angles. Rotating a pie into the third dimension makes pie slices in the front appear larger than they really are and pie slices in the back appear smaller. Here, in parts (a), (b), and (c), the blue slice corresponding to 25% of the data visually occupies more than 25% of the area representing the pie. Only part (d) is an accurate representation of the data.">
            <a:extLst>
              <a:ext uri="{FF2B5EF4-FFF2-40B4-BE49-F238E27FC236}">
                <a16:creationId xmlns:a16="http://schemas.microsoft.com/office/drawing/2014/main" id="{F5E05786-CC05-5465-E1F2-5D093F291275}"/>
              </a:ext>
            </a:extLst>
          </p:cNvPr>
          <p:cNvPicPr>
            <a:picLocks noChangeAspect="1"/>
          </p:cNvPicPr>
          <p:nvPr/>
        </p:nvPicPr>
        <p:blipFill>
          <a:blip r:embed="rId2"/>
          <a:stretch>
            <a:fillRect/>
          </a:stretch>
        </p:blipFill>
        <p:spPr>
          <a:xfrm>
            <a:off x="3570513" y="1690688"/>
            <a:ext cx="5050974" cy="4288066"/>
          </a:xfrm>
          <a:prstGeom prst="rect">
            <a:avLst/>
          </a:prstGeom>
        </p:spPr>
      </p:pic>
      <p:sp>
        <p:nvSpPr>
          <p:cNvPr id="17" name="Footer Placeholder 16">
            <a:extLst>
              <a:ext uri="{FF2B5EF4-FFF2-40B4-BE49-F238E27FC236}">
                <a16:creationId xmlns:a16="http://schemas.microsoft.com/office/drawing/2014/main" id="{915E05E1-A2E5-0AB6-AE09-A66EE0754560}"/>
              </a:ext>
            </a:extLst>
          </p:cNvPr>
          <p:cNvSpPr>
            <a:spLocks noGrp="1"/>
          </p:cNvSpPr>
          <p:nvPr>
            <p:ph type="ftr" sz="quarter" idx="11"/>
          </p:nvPr>
        </p:nvSpPr>
        <p:spPr/>
        <p:txBody>
          <a:bodyPr/>
          <a:lstStyle/>
          <a:p>
            <a:pPr algn="l"/>
            <a:r>
              <a:rPr lang="en-US"/>
              <a:t>Figure 26.1 from Claus O. Wilke, Fundamentals of Data Visualization (O’Reilly, 2019), </a:t>
            </a:r>
            <a:r>
              <a:rPr lang="en-US">
                <a:hlinkClick r:id="rId3"/>
              </a:rPr>
              <a:t>https://clauswilke.com/dataviz/no-3d.html</a:t>
            </a:r>
            <a:r>
              <a:rPr lang="en-US"/>
              <a:t>. </a:t>
            </a:r>
            <a:br>
              <a:rPr lang="en-US"/>
            </a:br>
            <a:r>
              <a:rPr lang="en-US"/>
              <a:t>Licensed under CC BY-NC-ND 4.0. Not modified.</a:t>
            </a:r>
            <a:endParaRPr lang="en-US" dirty="0"/>
          </a:p>
        </p:txBody>
      </p:sp>
    </p:spTree>
    <p:extLst>
      <p:ext uri="{BB962C8B-B14F-4D97-AF65-F5344CB8AC3E}">
        <p14:creationId xmlns:p14="http://schemas.microsoft.com/office/powerpoint/2010/main" val="1911652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916C8-A5CB-B766-4FDB-58B7336459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2C6C1D8-58E6-BA95-267E-A5F8EA0826FC}"/>
              </a:ext>
            </a:extLst>
          </p:cNvPr>
          <p:cNvSpPr>
            <a:spLocks noGrp="1"/>
          </p:cNvSpPr>
          <p:nvPr>
            <p:ph type="title"/>
          </p:nvPr>
        </p:nvSpPr>
        <p:spPr/>
        <p:txBody>
          <a:bodyPr/>
          <a:lstStyle/>
          <a:p>
            <a:r>
              <a:rPr lang="en-US" dirty="0"/>
              <a:t>Use of 3D can </a:t>
            </a:r>
            <a:r>
              <a:rPr lang="en-US" b="1" dirty="0">
                <a:solidFill>
                  <a:srgbClr val="7E2504"/>
                </a:solidFill>
                <a:latin typeface="Inter SemiBold" panose="02000503000000020004" pitchFamily="2" charset="0"/>
                <a:ea typeface="Inter SemiBold" panose="02000503000000020004" pitchFamily="2" charset="0"/>
              </a:rPr>
              <a:t>impair</a:t>
            </a:r>
            <a:r>
              <a:rPr lang="en-US" dirty="0"/>
              <a:t> interpretation</a:t>
            </a:r>
          </a:p>
        </p:txBody>
      </p:sp>
      <p:sp>
        <p:nvSpPr>
          <p:cNvPr id="10" name="Footer Placeholder 9">
            <a:extLst>
              <a:ext uri="{FF2B5EF4-FFF2-40B4-BE49-F238E27FC236}">
                <a16:creationId xmlns:a16="http://schemas.microsoft.com/office/drawing/2014/main" id="{90FD7CF8-9ABD-940C-1E7E-E03DB932B925}"/>
              </a:ext>
            </a:extLst>
          </p:cNvPr>
          <p:cNvSpPr>
            <a:spLocks noGrp="1"/>
          </p:cNvSpPr>
          <p:nvPr>
            <p:ph type="ftr" sz="quarter" idx="11"/>
          </p:nvPr>
        </p:nvSpPr>
        <p:spPr/>
        <p:txBody>
          <a:bodyPr/>
          <a:lstStyle/>
          <a:p>
            <a:pPr algn="l"/>
            <a:r>
              <a:rPr lang="en-US"/>
              <a:t>Figure 26.7 from Claus O. Wilke, Fundamentals of Data Visualization (O’Reilly, 2019), </a:t>
            </a:r>
            <a:r>
              <a:rPr lang="en-US">
                <a:hlinkClick r:id="rId2"/>
              </a:rPr>
              <a:t>https://clauswilke.com/dataviz/no-3d.html</a:t>
            </a:r>
            <a:r>
              <a:rPr lang="en-US"/>
              <a:t>. </a:t>
            </a:r>
            <a:br>
              <a:rPr lang="en-US"/>
            </a:br>
            <a:r>
              <a:rPr lang="en-US"/>
              <a:t>Licensed under CC BY-NC-ND 4.0. Not modified.</a:t>
            </a:r>
            <a:endParaRPr lang="en-US" dirty="0"/>
          </a:p>
        </p:txBody>
      </p:sp>
      <p:pic>
        <p:nvPicPr>
          <p:cNvPr id="11" name="Picture 10" descr="Mortality rates in Virginia in 1940, visualized as a 3D bar plot. Mortality rates are shown for four groups of people (urban and rural females and males) and five age categories (50–54, 55–59, 60–64, 65–69, 70–74), and they are reported in units of deaths per 1000 persons. This figure is labeled as “bad” because the 3D perspective makes the plot difficult to read. Data source: Molyneaux, Gilliam, and Florant (1947)">
            <a:extLst>
              <a:ext uri="{FF2B5EF4-FFF2-40B4-BE49-F238E27FC236}">
                <a16:creationId xmlns:a16="http://schemas.microsoft.com/office/drawing/2014/main" id="{9BA58534-18B7-41E8-582B-E780515AB0D7}"/>
              </a:ext>
            </a:extLst>
          </p:cNvPr>
          <p:cNvPicPr>
            <a:picLocks noChangeAspect="1"/>
          </p:cNvPicPr>
          <p:nvPr/>
        </p:nvPicPr>
        <p:blipFill>
          <a:blip r:embed="rId3"/>
          <a:stretch>
            <a:fillRect/>
          </a:stretch>
        </p:blipFill>
        <p:spPr>
          <a:xfrm>
            <a:off x="3216165" y="1464091"/>
            <a:ext cx="5759670" cy="4607736"/>
          </a:xfrm>
          <a:prstGeom prst="rect">
            <a:avLst/>
          </a:prstGeom>
        </p:spPr>
      </p:pic>
    </p:spTree>
    <p:extLst>
      <p:ext uri="{BB962C8B-B14F-4D97-AF65-F5344CB8AC3E}">
        <p14:creationId xmlns:p14="http://schemas.microsoft.com/office/powerpoint/2010/main" val="3403310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97365-1371-0CCC-D460-C49E4A451CB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1D78E3-9D47-C820-074D-1C351D887D07}"/>
              </a:ext>
            </a:extLst>
          </p:cNvPr>
          <p:cNvSpPr>
            <a:spLocks noGrp="1"/>
          </p:cNvSpPr>
          <p:nvPr>
            <p:ph type="title"/>
          </p:nvPr>
        </p:nvSpPr>
        <p:spPr/>
        <p:txBody>
          <a:bodyPr/>
          <a:lstStyle/>
          <a:p>
            <a:r>
              <a:rPr lang="en-US" dirty="0"/>
              <a:t>Too dense? Split into a grid.</a:t>
            </a:r>
          </a:p>
        </p:txBody>
      </p:sp>
      <p:sp>
        <p:nvSpPr>
          <p:cNvPr id="10" name="Footer Placeholder 9">
            <a:extLst>
              <a:ext uri="{FF2B5EF4-FFF2-40B4-BE49-F238E27FC236}">
                <a16:creationId xmlns:a16="http://schemas.microsoft.com/office/drawing/2014/main" id="{5C8890C3-3763-BB05-8D6D-0271F22CB25B}"/>
              </a:ext>
            </a:extLst>
          </p:cNvPr>
          <p:cNvSpPr>
            <a:spLocks noGrp="1"/>
          </p:cNvSpPr>
          <p:nvPr>
            <p:ph type="ftr" sz="quarter" idx="11"/>
          </p:nvPr>
        </p:nvSpPr>
        <p:spPr/>
        <p:txBody>
          <a:bodyPr/>
          <a:lstStyle/>
          <a:p>
            <a:pPr algn="l"/>
            <a:r>
              <a:rPr lang="en-US"/>
              <a:t>Figure 26.8 from Claus O. Wilke, Fundamentals of Data Visualization (O’Reilly, 2019), </a:t>
            </a:r>
            <a:r>
              <a:rPr lang="en-US">
                <a:hlinkClick r:id="rId3"/>
              </a:rPr>
              <a:t>https://clauswilke.com/dataviz/no-3d.html</a:t>
            </a:r>
            <a:r>
              <a:rPr lang="en-US"/>
              <a:t>. </a:t>
            </a:r>
            <a:br>
              <a:rPr lang="en-US"/>
            </a:br>
            <a:r>
              <a:rPr lang="en-US"/>
              <a:t>Licensed under CC BY-NC-ND 4.0. Not modified.</a:t>
            </a:r>
            <a:endParaRPr lang="en-US" dirty="0"/>
          </a:p>
        </p:txBody>
      </p:sp>
      <p:pic>
        <p:nvPicPr>
          <p:cNvPr id="3" name="Picture 2">
            <a:extLst>
              <a:ext uri="{FF2B5EF4-FFF2-40B4-BE49-F238E27FC236}">
                <a16:creationId xmlns:a16="http://schemas.microsoft.com/office/drawing/2014/main" id="{27DE6CD3-F81D-005F-9223-8375002E4861}"/>
              </a:ext>
            </a:extLst>
          </p:cNvPr>
          <p:cNvPicPr>
            <a:picLocks noChangeAspect="1"/>
          </p:cNvPicPr>
          <p:nvPr/>
        </p:nvPicPr>
        <p:blipFill>
          <a:blip r:embed="rId4"/>
          <a:stretch>
            <a:fillRect/>
          </a:stretch>
        </p:blipFill>
        <p:spPr>
          <a:xfrm>
            <a:off x="2398340" y="1429407"/>
            <a:ext cx="7395320" cy="4566744"/>
          </a:xfrm>
          <a:prstGeom prst="rect">
            <a:avLst/>
          </a:prstGeom>
        </p:spPr>
      </p:pic>
    </p:spTree>
    <p:extLst>
      <p:ext uri="{BB962C8B-B14F-4D97-AF65-F5344CB8AC3E}">
        <p14:creationId xmlns:p14="http://schemas.microsoft.com/office/powerpoint/2010/main" val="3635068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9FA16-E9A6-07D8-DAEF-52DCD99DB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ED738-2299-5A74-68B1-BC82F7136EAA}"/>
              </a:ext>
            </a:extLst>
          </p:cNvPr>
          <p:cNvSpPr>
            <a:spLocks noGrp="1"/>
          </p:cNvSpPr>
          <p:nvPr>
            <p:ph type="title"/>
          </p:nvPr>
        </p:nvSpPr>
        <p:spPr/>
        <p:txBody>
          <a:bodyPr/>
          <a:lstStyle/>
          <a:p>
            <a:r>
              <a:rPr lang="en-US" dirty="0"/>
              <a:t>Design for accessibility.</a:t>
            </a:r>
          </a:p>
        </p:txBody>
      </p:sp>
      <p:sp>
        <p:nvSpPr>
          <p:cNvPr id="3" name="Text Placeholder 2">
            <a:extLst>
              <a:ext uri="{FF2B5EF4-FFF2-40B4-BE49-F238E27FC236}">
                <a16:creationId xmlns:a16="http://schemas.microsoft.com/office/drawing/2014/main" id="{C0986718-29CB-CFED-9EE2-F706DC14D2E9}"/>
              </a:ext>
            </a:extLst>
          </p:cNvPr>
          <p:cNvSpPr>
            <a:spLocks noGrp="1"/>
          </p:cNvSpPr>
          <p:nvPr>
            <p:ph type="body" idx="1"/>
          </p:nvPr>
        </p:nvSpPr>
        <p:spPr/>
        <p:txBody>
          <a:bodyPr/>
          <a:lstStyle/>
          <a:p>
            <a:r>
              <a:rPr lang="en-US" dirty="0">
                <a:solidFill>
                  <a:schemeClr val="tx1">
                    <a:lumMod val="65000"/>
                    <a:lumOff val="35000"/>
                  </a:schemeClr>
                </a:solidFill>
              </a:rPr>
              <a:t>Good data visualization design</a:t>
            </a:r>
          </a:p>
        </p:txBody>
      </p:sp>
      <p:cxnSp>
        <p:nvCxnSpPr>
          <p:cNvPr id="4" name="Straight Connector 3">
            <a:extLst>
              <a:ext uri="{FF2B5EF4-FFF2-40B4-BE49-F238E27FC236}">
                <a16:creationId xmlns:a16="http://schemas.microsoft.com/office/drawing/2014/main" id="{DC3BD81A-07D9-009F-F28E-70EC68E6D3A1}"/>
              </a:ext>
            </a:extLst>
          </p:cNvPr>
          <p:cNvCxnSpPr>
            <a:cxnSpLocks/>
          </p:cNvCxnSpPr>
          <p:nvPr/>
        </p:nvCxnSpPr>
        <p:spPr>
          <a:xfrm>
            <a:off x="0" y="2791531"/>
            <a:ext cx="6477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0607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45605-DF8C-37C3-6029-30708F58E003}"/>
              </a:ext>
            </a:extLst>
          </p:cNvPr>
          <p:cNvSpPr>
            <a:spLocks noGrp="1"/>
          </p:cNvSpPr>
          <p:nvPr>
            <p:ph type="title"/>
          </p:nvPr>
        </p:nvSpPr>
        <p:spPr/>
        <p:txBody>
          <a:bodyPr/>
          <a:lstStyle/>
          <a:p>
            <a:r>
              <a:rPr lang="en-US" dirty="0"/>
              <a:t>WCAG 2.2</a:t>
            </a:r>
          </a:p>
        </p:txBody>
      </p:sp>
      <p:sp>
        <p:nvSpPr>
          <p:cNvPr id="3" name="Text Placeholder 2">
            <a:extLst>
              <a:ext uri="{FF2B5EF4-FFF2-40B4-BE49-F238E27FC236}">
                <a16:creationId xmlns:a16="http://schemas.microsoft.com/office/drawing/2014/main" id="{62B38AF1-883E-9643-009B-7DD5A66D9C46}"/>
              </a:ext>
            </a:extLst>
          </p:cNvPr>
          <p:cNvSpPr>
            <a:spLocks noGrp="1"/>
          </p:cNvSpPr>
          <p:nvPr>
            <p:ph type="body" idx="1"/>
          </p:nvPr>
        </p:nvSpPr>
        <p:spPr/>
        <p:txBody>
          <a:bodyPr/>
          <a:lstStyle/>
          <a:p>
            <a:r>
              <a:rPr lang="en-US" b="1" dirty="0"/>
              <a:t>Web Content Accessibility Guidelines (WCAG) </a:t>
            </a:r>
            <a:br>
              <a:rPr lang="en-US" b="1" dirty="0"/>
            </a:br>
            <a:r>
              <a:rPr lang="en-US" b="1" dirty="0"/>
              <a:t>2.2 AA Conformance Tier</a:t>
            </a:r>
          </a:p>
          <a:p>
            <a:endParaRPr lang="en-US" dirty="0"/>
          </a:p>
        </p:txBody>
      </p:sp>
    </p:spTree>
    <p:extLst>
      <p:ext uri="{BB962C8B-B14F-4D97-AF65-F5344CB8AC3E}">
        <p14:creationId xmlns:p14="http://schemas.microsoft.com/office/powerpoint/2010/main" val="3760427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014A8F-4AE8-4540-EA3B-EE61FCE6D70B}"/>
              </a:ext>
            </a:extLst>
          </p:cNvPr>
          <p:cNvSpPr>
            <a:spLocks noGrp="1"/>
          </p:cNvSpPr>
          <p:nvPr>
            <p:ph type="title"/>
          </p:nvPr>
        </p:nvSpPr>
        <p:spPr/>
        <p:txBody>
          <a:bodyPr/>
          <a:lstStyle/>
          <a:p>
            <a:r>
              <a:rPr lang="en-US" dirty="0"/>
              <a:t>Contrast</a:t>
            </a:r>
            <a:br>
              <a:rPr lang="en-US" dirty="0"/>
            </a:br>
            <a:r>
              <a:rPr lang="en-US" sz="2800" dirty="0"/>
              <a:t>WCAG 2.2 AA</a:t>
            </a:r>
          </a:p>
        </p:txBody>
      </p:sp>
      <p:sp>
        <p:nvSpPr>
          <p:cNvPr id="5" name="Content Placeholder 4">
            <a:extLst>
              <a:ext uri="{FF2B5EF4-FFF2-40B4-BE49-F238E27FC236}">
                <a16:creationId xmlns:a16="http://schemas.microsoft.com/office/drawing/2014/main" id="{EB6E6E0C-7976-2C72-5D83-85CFBC7B662D}"/>
              </a:ext>
            </a:extLst>
          </p:cNvPr>
          <p:cNvSpPr>
            <a:spLocks noGrp="1"/>
          </p:cNvSpPr>
          <p:nvPr>
            <p:ph sz="half" idx="1"/>
          </p:nvPr>
        </p:nvSpPr>
        <p:spPr>
          <a:xfrm>
            <a:off x="838199" y="1825625"/>
            <a:ext cx="4621307" cy="4351338"/>
          </a:xfrm>
        </p:spPr>
        <p:txBody>
          <a:bodyPr/>
          <a:lstStyle/>
          <a:p>
            <a:pPr marL="0" indent="0">
              <a:buNone/>
            </a:pPr>
            <a:r>
              <a:rPr lang="en-US" dirty="0">
                <a:solidFill>
                  <a:srgbClr val="212121"/>
                </a:solidFill>
              </a:rPr>
              <a:t>Text elements should have a </a:t>
            </a:r>
            <a:br>
              <a:rPr lang="en-US"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4.5:1 contrast ratio</a:t>
            </a:r>
            <a:br>
              <a:rPr lang="en-US" b="1" dirty="0">
                <a:solidFill>
                  <a:srgbClr val="212121"/>
                </a:solidFill>
              </a:rPr>
            </a:br>
            <a:r>
              <a:rPr lang="en-US" dirty="0">
                <a:solidFill>
                  <a:srgbClr val="212121"/>
                </a:solidFill>
              </a:rPr>
              <a:t>with their background</a:t>
            </a:r>
          </a:p>
          <a:p>
            <a:pPr marL="0" indent="0">
              <a:buNone/>
            </a:pPr>
            <a:endParaRPr lang="en-US" dirty="0">
              <a:solidFill>
                <a:srgbClr val="212121"/>
              </a:solidFill>
            </a:endParaRPr>
          </a:p>
          <a:p>
            <a:pPr marL="0" indent="0">
              <a:buNone/>
            </a:pPr>
            <a:r>
              <a:rPr lang="en-US" dirty="0">
                <a:solidFill>
                  <a:srgbClr val="212121"/>
                </a:solidFill>
              </a:rPr>
              <a:t>Chart elements should have a</a:t>
            </a:r>
            <a:r>
              <a:rPr lang="en-US" b="1" dirty="0">
                <a:solidFill>
                  <a:srgbClr val="212121"/>
                </a:solidFill>
              </a:rPr>
              <a:t> </a:t>
            </a:r>
            <a:br>
              <a:rPr lang="en-US" b="1"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3:1 contrast ratio</a:t>
            </a:r>
            <a:r>
              <a:rPr lang="en-US" b="1" dirty="0">
                <a:solidFill>
                  <a:srgbClr val="212121"/>
                </a:solidFill>
                <a:latin typeface="Inter SemiBold" panose="02000503000000020004" pitchFamily="2" charset="0"/>
                <a:ea typeface="Inter SemiBold" panose="02000503000000020004" pitchFamily="2" charset="0"/>
              </a:rPr>
              <a:t> </a:t>
            </a:r>
            <a:br>
              <a:rPr lang="en-US" b="1" dirty="0">
                <a:solidFill>
                  <a:srgbClr val="212121"/>
                </a:solidFill>
              </a:rPr>
            </a:br>
            <a:r>
              <a:rPr lang="en-US" dirty="0">
                <a:solidFill>
                  <a:srgbClr val="212121"/>
                </a:solidFill>
              </a:rPr>
              <a:t>with their neighboring elements</a:t>
            </a:r>
          </a:p>
          <a:p>
            <a:pPr marL="0" indent="0">
              <a:buNone/>
            </a:pPr>
            <a:endParaRPr lang="en-US" dirty="0"/>
          </a:p>
        </p:txBody>
      </p:sp>
      <p:pic>
        <p:nvPicPr>
          <p:cNvPr id="7" name="Picture 6" descr="Donut plot of time spent on different apps, titled “Digital wellbeing”. Plot uses a pastel low contrast color scheme. Three of the segments of the donut plot are labeled with the text fail, indicating that they failed WCAG contrast requirments.">
            <a:extLst>
              <a:ext uri="{FF2B5EF4-FFF2-40B4-BE49-F238E27FC236}">
                <a16:creationId xmlns:a16="http://schemas.microsoft.com/office/drawing/2014/main" id="{EC51DC38-CE57-3892-9920-ED1E43D2DFFB}"/>
              </a:ext>
            </a:extLst>
          </p:cNvPr>
          <p:cNvPicPr>
            <a:picLocks noChangeAspect="1"/>
          </p:cNvPicPr>
          <p:nvPr/>
        </p:nvPicPr>
        <p:blipFill>
          <a:blip r:embed="rId3"/>
          <a:srcRect l="7821" t="10214" r="8361" b="9788"/>
          <a:stretch>
            <a:fillRect/>
          </a:stretch>
        </p:blipFill>
        <p:spPr>
          <a:xfrm>
            <a:off x="5306527" y="1623919"/>
            <a:ext cx="6445208" cy="4286063"/>
          </a:xfrm>
          <a:prstGeom prst="rect">
            <a:avLst/>
          </a:prstGeom>
        </p:spPr>
      </p:pic>
      <p:sp>
        <p:nvSpPr>
          <p:cNvPr id="8" name="Footer Placeholder 7">
            <a:extLst>
              <a:ext uri="{FF2B5EF4-FFF2-40B4-BE49-F238E27FC236}">
                <a16:creationId xmlns:a16="http://schemas.microsoft.com/office/drawing/2014/main" id="{BF0483A2-E0D7-08E5-D579-B651CADD6142}"/>
              </a:ext>
            </a:extLst>
          </p:cNvPr>
          <p:cNvSpPr>
            <a:spLocks noGrp="1"/>
          </p:cNvSpPr>
          <p:nvPr>
            <p:ph type="ftr" sz="quarter" idx="11"/>
          </p:nvPr>
        </p:nvSpPr>
        <p:spPr/>
        <p:txBody>
          <a:bodyPr/>
          <a:lstStyle/>
          <a:p>
            <a:pPr algn="l"/>
            <a:r>
              <a:rPr lang="en-US"/>
              <a:t>Figure 1.2 from Kent Eisenhuth, “How Accessibility Standards Can Empower Better Chart Visual Design,” Smashing Magazine, February 14, 2024, </a:t>
            </a:r>
            <a:r>
              <a:rPr lang="en-US">
                <a:hlinkClick r:id="rId4"/>
              </a:rPr>
              <a:t>https://www.smashingmagazine.com/2024/02/accessibility-standards-empower-better-chart-visual-design/</a:t>
            </a:r>
            <a:r>
              <a:rPr lang="en-US"/>
              <a:t>.</a:t>
            </a:r>
            <a:endParaRPr lang="en-US" dirty="0"/>
          </a:p>
        </p:txBody>
      </p:sp>
    </p:spTree>
    <p:extLst>
      <p:ext uri="{BB962C8B-B14F-4D97-AF65-F5344CB8AC3E}">
        <p14:creationId xmlns:p14="http://schemas.microsoft.com/office/powerpoint/2010/main" val="688545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5CE9F-B00E-D2FA-1E6E-30D21698E81D}"/>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7143CDA-A7CE-BC2D-2919-505612327072}"/>
              </a:ext>
            </a:extLst>
          </p:cNvPr>
          <p:cNvSpPr>
            <a:spLocks noGrp="1"/>
          </p:cNvSpPr>
          <p:nvPr>
            <p:ph sz="half" idx="1"/>
          </p:nvPr>
        </p:nvSpPr>
        <p:spPr>
          <a:xfrm>
            <a:off x="838199" y="1825625"/>
            <a:ext cx="4621307" cy="4351338"/>
          </a:xfrm>
        </p:spPr>
        <p:txBody>
          <a:bodyPr/>
          <a:lstStyle/>
          <a:p>
            <a:pPr marL="0" indent="0">
              <a:buNone/>
            </a:pPr>
            <a:r>
              <a:rPr lang="en-US" dirty="0">
                <a:solidFill>
                  <a:srgbClr val="212121"/>
                </a:solidFill>
              </a:rPr>
              <a:t>Text elements should have a </a:t>
            </a:r>
            <a:br>
              <a:rPr lang="en-US"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4.5:1 contrast ratio</a:t>
            </a:r>
            <a:br>
              <a:rPr lang="en-US" b="1" dirty="0">
                <a:solidFill>
                  <a:srgbClr val="212121"/>
                </a:solidFill>
              </a:rPr>
            </a:br>
            <a:r>
              <a:rPr lang="en-US" dirty="0">
                <a:solidFill>
                  <a:srgbClr val="212121"/>
                </a:solidFill>
              </a:rPr>
              <a:t>with their background</a:t>
            </a:r>
          </a:p>
          <a:p>
            <a:pPr marL="0" indent="0">
              <a:buNone/>
            </a:pPr>
            <a:endParaRPr lang="en-US" dirty="0">
              <a:solidFill>
                <a:srgbClr val="212121"/>
              </a:solidFill>
            </a:endParaRPr>
          </a:p>
          <a:p>
            <a:pPr marL="0" indent="0">
              <a:buNone/>
            </a:pPr>
            <a:r>
              <a:rPr lang="en-US" dirty="0">
                <a:solidFill>
                  <a:srgbClr val="212121"/>
                </a:solidFill>
              </a:rPr>
              <a:t>Chart elements should have a</a:t>
            </a:r>
            <a:r>
              <a:rPr lang="en-US" b="1" dirty="0">
                <a:solidFill>
                  <a:srgbClr val="212121"/>
                </a:solidFill>
              </a:rPr>
              <a:t> </a:t>
            </a:r>
            <a:br>
              <a:rPr lang="en-US" b="1"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3:1 contrast ratio</a:t>
            </a:r>
            <a:r>
              <a:rPr lang="en-US" b="1" dirty="0">
                <a:solidFill>
                  <a:srgbClr val="212121"/>
                </a:solidFill>
                <a:latin typeface="Inter SemiBold" panose="02000503000000020004" pitchFamily="2" charset="0"/>
                <a:ea typeface="Inter SemiBold" panose="02000503000000020004" pitchFamily="2" charset="0"/>
              </a:rPr>
              <a:t> </a:t>
            </a:r>
            <a:br>
              <a:rPr lang="en-US" b="1" dirty="0">
                <a:solidFill>
                  <a:srgbClr val="212121"/>
                </a:solidFill>
              </a:rPr>
            </a:br>
            <a:r>
              <a:rPr lang="en-US" dirty="0">
                <a:solidFill>
                  <a:srgbClr val="212121"/>
                </a:solidFill>
              </a:rPr>
              <a:t>with their neighboring elements</a:t>
            </a:r>
          </a:p>
          <a:p>
            <a:pPr marL="0" indent="0">
              <a:buNone/>
            </a:pPr>
            <a:endParaRPr lang="en-US" dirty="0"/>
          </a:p>
        </p:txBody>
      </p:sp>
      <p:pic>
        <p:nvPicPr>
          <p:cNvPr id="7" name="Picture 6" descr="Donut plot of time spent on different apps, titled “Digital wellbeing”. Plot uses a pastel low contrast color scheme. Three of the segments of the donut plot are labeled with the text fail, indicating that they failed WCAG contrast requirments.">
            <a:extLst>
              <a:ext uri="{FF2B5EF4-FFF2-40B4-BE49-F238E27FC236}">
                <a16:creationId xmlns:a16="http://schemas.microsoft.com/office/drawing/2014/main" id="{BBDDE2F6-C06B-C313-F31F-E48E1D0D18CC}"/>
              </a:ext>
            </a:extLst>
          </p:cNvPr>
          <p:cNvPicPr>
            <a:picLocks noChangeAspect="1"/>
          </p:cNvPicPr>
          <p:nvPr/>
        </p:nvPicPr>
        <p:blipFill>
          <a:blip r:embed="rId3"/>
          <a:srcRect l="7821" t="10214" r="8361" b="9788"/>
          <a:stretch>
            <a:fillRect/>
          </a:stretch>
        </p:blipFill>
        <p:spPr>
          <a:xfrm>
            <a:off x="5306527" y="1623919"/>
            <a:ext cx="6445208" cy="4286063"/>
          </a:xfrm>
          <a:prstGeom prst="rect">
            <a:avLst/>
          </a:prstGeom>
        </p:spPr>
      </p:pic>
      <p:sp>
        <p:nvSpPr>
          <p:cNvPr id="8" name="Footer Placeholder 7">
            <a:extLst>
              <a:ext uri="{FF2B5EF4-FFF2-40B4-BE49-F238E27FC236}">
                <a16:creationId xmlns:a16="http://schemas.microsoft.com/office/drawing/2014/main" id="{3683233A-0E27-EF0E-6AA4-72D6037A8DD1}"/>
              </a:ext>
            </a:extLst>
          </p:cNvPr>
          <p:cNvSpPr>
            <a:spLocks noGrp="1"/>
          </p:cNvSpPr>
          <p:nvPr>
            <p:ph type="ftr" sz="quarter" idx="11"/>
          </p:nvPr>
        </p:nvSpPr>
        <p:spPr/>
        <p:txBody>
          <a:bodyPr/>
          <a:lstStyle/>
          <a:p>
            <a:pPr algn="l"/>
            <a:r>
              <a:rPr lang="en-US"/>
              <a:t>Figure 1.2 from Kent Eisenhuth, “How Accessibility Standards Can Empower Better Chart Visual Design,” Smashing Magazine, February 14, 2024, </a:t>
            </a:r>
            <a:r>
              <a:rPr lang="en-US">
                <a:hlinkClick r:id="rId4"/>
              </a:rPr>
              <a:t>https://www.smashingmagazine.com/2024/02/accessibility-standards-empower-better-chart-visual-design/</a:t>
            </a:r>
            <a:r>
              <a:rPr lang="en-US"/>
              <a:t>.</a:t>
            </a:r>
            <a:endParaRPr lang="en-US" dirty="0"/>
          </a:p>
        </p:txBody>
      </p:sp>
      <p:sp>
        <p:nvSpPr>
          <p:cNvPr id="2" name="Rounded Rectangle 1">
            <a:extLst>
              <a:ext uri="{FF2B5EF4-FFF2-40B4-BE49-F238E27FC236}">
                <a16:creationId xmlns:a16="http://schemas.microsoft.com/office/drawing/2014/main" id="{69E46100-3D03-B086-B212-2FCA26014024}"/>
              </a:ext>
            </a:extLst>
          </p:cNvPr>
          <p:cNvSpPr/>
          <p:nvPr/>
        </p:nvSpPr>
        <p:spPr>
          <a:xfrm>
            <a:off x="9351112" y="2513574"/>
            <a:ext cx="1323033" cy="282749"/>
          </a:xfrm>
          <a:prstGeom prst="roundRect">
            <a:avLst>
              <a:gd name="adj" fmla="val 7971"/>
            </a:avLst>
          </a:prstGeom>
          <a:solidFill>
            <a:srgbClr val="92B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2.08:1 </a:t>
            </a:r>
            <a:r>
              <a:rPr lang="en-US" sz="1500" b="1" dirty="0">
                <a:solidFill>
                  <a:srgbClr val="7E2504"/>
                </a:solidFill>
                <a:latin typeface="Tahoma" panose="020B0604030504040204" pitchFamily="34" charset="0"/>
                <a:ea typeface="Tahoma" panose="020B0604030504040204" pitchFamily="34" charset="0"/>
                <a:cs typeface="Tahoma" panose="020B0604030504040204" pitchFamily="34" charset="0"/>
              </a:rPr>
              <a:t>FAIL</a:t>
            </a:r>
          </a:p>
        </p:txBody>
      </p:sp>
      <p:sp>
        <p:nvSpPr>
          <p:cNvPr id="3" name="Rounded Rectangle 2">
            <a:extLst>
              <a:ext uri="{FF2B5EF4-FFF2-40B4-BE49-F238E27FC236}">
                <a16:creationId xmlns:a16="http://schemas.microsoft.com/office/drawing/2014/main" id="{A538854D-9272-962A-5597-3F9EA0325049}"/>
              </a:ext>
            </a:extLst>
          </p:cNvPr>
          <p:cNvSpPr/>
          <p:nvPr/>
        </p:nvSpPr>
        <p:spPr>
          <a:xfrm>
            <a:off x="8393158" y="5234081"/>
            <a:ext cx="1323033" cy="282749"/>
          </a:xfrm>
          <a:prstGeom prst="roundRect">
            <a:avLst>
              <a:gd name="adj" fmla="val 7971"/>
            </a:avLst>
          </a:prstGeom>
          <a:solidFill>
            <a:srgbClr val="F092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2.23:1 </a:t>
            </a:r>
            <a:r>
              <a:rPr lang="en-US" sz="1500" b="1" dirty="0">
                <a:solidFill>
                  <a:srgbClr val="7E2504"/>
                </a:solidFill>
                <a:latin typeface="Tahoma" panose="020B0604030504040204" pitchFamily="34" charset="0"/>
                <a:ea typeface="Tahoma" panose="020B0604030504040204" pitchFamily="34" charset="0"/>
                <a:cs typeface="Tahoma" panose="020B0604030504040204" pitchFamily="34" charset="0"/>
              </a:rPr>
              <a:t>FAIL</a:t>
            </a:r>
          </a:p>
        </p:txBody>
      </p:sp>
      <p:sp>
        <p:nvSpPr>
          <p:cNvPr id="6" name="Rounded Rectangle 5">
            <a:extLst>
              <a:ext uri="{FF2B5EF4-FFF2-40B4-BE49-F238E27FC236}">
                <a16:creationId xmlns:a16="http://schemas.microsoft.com/office/drawing/2014/main" id="{C0900728-5246-0306-E15D-E8BC90EFFEBE}"/>
              </a:ext>
            </a:extLst>
          </p:cNvPr>
          <p:cNvSpPr/>
          <p:nvPr/>
        </p:nvSpPr>
        <p:spPr>
          <a:xfrm>
            <a:off x="5914465" y="3200551"/>
            <a:ext cx="1323033" cy="282749"/>
          </a:xfrm>
          <a:prstGeom prst="roundRect">
            <a:avLst>
              <a:gd name="adj" fmla="val 7971"/>
            </a:avLst>
          </a:prstGeom>
          <a:solidFill>
            <a:srgbClr val="F9E2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1.28:1</a:t>
            </a:r>
            <a:r>
              <a:rPr lang="en-US" sz="1500" b="1" dirty="0">
                <a:latin typeface="Tahoma" panose="020B0604030504040204" pitchFamily="34" charset="0"/>
                <a:ea typeface="Tahoma" panose="020B0604030504040204" pitchFamily="34" charset="0"/>
                <a:cs typeface="Tahoma" panose="020B0604030504040204" pitchFamily="34" charset="0"/>
              </a:rPr>
              <a:t> </a:t>
            </a:r>
            <a:r>
              <a:rPr lang="en-US" sz="1500" b="1" dirty="0">
                <a:solidFill>
                  <a:srgbClr val="7E2504"/>
                </a:solidFill>
                <a:latin typeface="Tahoma" panose="020B0604030504040204" pitchFamily="34" charset="0"/>
                <a:ea typeface="Tahoma" panose="020B0604030504040204" pitchFamily="34" charset="0"/>
                <a:cs typeface="Tahoma" panose="020B0604030504040204" pitchFamily="34" charset="0"/>
              </a:rPr>
              <a:t>FAIL</a:t>
            </a:r>
          </a:p>
        </p:txBody>
      </p:sp>
      <p:sp>
        <p:nvSpPr>
          <p:cNvPr id="11" name="Title 3">
            <a:extLst>
              <a:ext uri="{FF2B5EF4-FFF2-40B4-BE49-F238E27FC236}">
                <a16:creationId xmlns:a16="http://schemas.microsoft.com/office/drawing/2014/main" id="{9F76714C-400D-35EA-0C6E-61B9A409FE92}"/>
              </a:ext>
            </a:extLst>
          </p:cNvPr>
          <p:cNvSpPr>
            <a:spLocks noGrp="1"/>
          </p:cNvSpPr>
          <p:nvPr>
            <p:ph type="title"/>
          </p:nvPr>
        </p:nvSpPr>
        <p:spPr>
          <a:xfrm>
            <a:off x="838200" y="365125"/>
            <a:ext cx="10515600" cy="1325563"/>
          </a:xfrm>
        </p:spPr>
        <p:txBody>
          <a:bodyPr/>
          <a:lstStyle/>
          <a:p>
            <a:r>
              <a:rPr lang="en-US" dirty="0"/>
              <a:t>Contrast</a:t>
            </a:r>
            <a:br>
              <a:rPr lang="en-US" dirty="0"/>
            </a:br>
            <a:r>
              <a:rPr lang="en-US" sz="2800" dirty="0"/>
              <a:t>WCAG 2.2 AA</a:t>
            </a:r>
          </a:p>
        </p:txBody>
      </p:sp>
    </p:spTree>
    <p:extLst>
      <p:ext uri="{BB962C8B-B14F-4D97-AF65-F5344CB8AC3E}">
        <p14:creationId xmlns:p14="http://schemas.microsoft.com/office/powerpoint/2010/main" val="867143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5E139-FE49-9889-4975-7608E7E4832F}"/>
            </a:ext>
          </a:extLst>
        </p:cNvPr>
        <p:cNvGrpSpPr/>
        <p:nvPr/>
      </p:nvGrpSpPr>
      <p:grpSpPr>
        <a:xfrm>
          <a:off x="0" y="0"/>
          <a:ext cx="0" cy="0"/>
          <a:chOff x="0" y="0"/>
          <a:chExt cx="0" cy="0"/>
        </a:xfrm>
      </p:grpSpPr>
      <p:pic>
        <p:nvPicPr>
          <p:cNvPr id="9" name="Picture 8" descr="Donut plot of time spent on different apps, titled “Digital wellbeing”. Plot uses a WCAG compliant color scheme. Each segment of the donut plot is labeled with the application name, such as Netflix, YouTube, etc.">
            <a:extLst>
              <a:ext uri="{FF2B5EF4-FFF2-40B4-BE49-F238E27FC236}">
                <a16:creationId xmlns:a16="http://schemas.microsoft.com/office/drawing/2014/main" id="{74196E5D-D99F-A179-81A3-6B49F36AA0E1}"/>
              </a:ext>
            </a:extLst>
          </p:cNvPr>
          <p:cNvPicPr>
            <a:picLocks noChangeAspect="1"/>
          </p:cNvPicPr>
          <p:nvPr/>
        </p:nvPicPr>
        <p:blipFill>
          <a:blip r:embed="rId3"/>
          <a:srcRect l="7422" t="9583" r="9595" b="12482"/>
          <a:stretch>
            <a:fillRect/>
          </a:stretch>
        </p:blipFill>
        <p:spPr>
          <a:xfrm>
            <a:off x="5459506" y="1690688"/>
            <a:ext cx="6078070" cy="3977247"/>
          </a:xfrm>
          <a:prstGeom prst="rect">
            <a:avLst/>
          </a:prstGeom>
        </p:spPr>
      </p:pic>
      <p:sp>
        <p:nvSpPr>
          <p:cNvPr id="5" name="Content Placeholder 4">
            <a:extLst>
              <a:ext uri="{FF2B5EF4-FFF2-40B4-BE49-F238E27FC236}">
                <a16:creationId xmlns:a16="http://schemas.microsoft.com/office/drawing/2014/main" id="{CB990EDA-2C3D-8632-2C8F-0A7DB614ADC3}"/>
              </a:ext>
            </a:extLst>
          </p:cNvPr>
          <p:cNvSpPr>
            <a:spLocks noGrp="1"/>
          </p:cNvSpPr>
          <p:nvPr>
            <p:ph sz="half" idx="1"/>
          </p:nvPr>
        </p:nvSpPr>
        <p:spPr>
          <a:xfrm>
            <a:off x="838199" y="1825625"/>
            <a:ext cx="4621307" cy="4351338"/>
          </a:xfrm>
        </p:spPr>
        <p:txBody>
          <a:bodyPr/>
          <a:lstStyle/>
          <a:p>
            <a:pPr marL="0" indent="0">
              <a:buNone/>
            </a:pPr>
            <a:r>
              <a:rPr lang="en-US" dirty="0">
                <a:solidFill>
                  <a:srgbClr val="212121"/>
                </a:solidFill>
              </a:rPr>
              <a:t>Text elements should have a </a:t>
            </a:r>
            <a:br>
              <a:rPr lang="en-US"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4.5:1 contrast ratio</a:t>
            </a:r>
            <a:br>
              <a:rPr lang="en-US" b="1" dirty="0">
                <a:solidFill>
                  <a:srgbClr val="212121"/>
                </a:solidFill>
              </a:rPr>
            </a:br>
            <a:r>
              <a:rPr lang="en-US" dirty="0">
                <a:solidFill>
                  <a:srgbClr val="212121"/>
                </a:solidFill>
              </a:rPr>
              <a:t>with their background</a:t>
            </a:r>
          </a:p>
          <a:p>
            <a:pPr marL="0" indent="0">
              <a:buNone/>
            </a:pPr>
            <a:endParaRPr lang="en-US" dirty="0">
              <a:solidFill>
                <a:srgbClr val="212121"/>
              </a:solidFill>
            </a:endParaRPr>
          </a:p>
          <a:p>
            <a:pPr marL="0" indent="0">
              <a:buNone/>
            </a:pPr>
            <a:r>
              <a:rPr lang="en-US" dirty="0">
                <a:solidFill>
                  <a:srgbClr val="212121"/>
                </a:solidFill>
              </a:rPr>
              <a:t>Chart elements should have a</a:t>
            </a:r>
            <a:r>
              <a:rPr lang="en-US" b="1" dirty="0">
                <a:solidFill>
                  <a:srgbClr val="212121"/>
                </a:solidFill>
              </a:rPr>
              <a:t> </a:t>
            </a:r>
            <a:br>
              <a:rPr lang="en-US" b="1"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3:1 contrast ratio</a:t>
            </a:r>
            <a:r>
              <a:rPr lang="en-US" b="1" dirty="0">
                <a:solidFill>
                  <a:srgbClr val="212121"/>
                </a:solidFill>
                <a:latin typeface="Inter SemiBold" panose="02000503000000020004" pitchFamily="2" charset="0"/>
                <a:ea typeface="Inter SemiBold" panose="02000503000000020004" pitchFamily="2" charset="0"/>
              </a:rPr>
              <a:t> </a:t>
            </a:r>
            <a:br>
              <a:rPr lang="en-US" b="1" dirty="0">
                <a:solidFill>
                  <a:srgbClr val="212121"/>
                </a:solidFill>
              </a:rPr>
            </a:br>
            <a:r>
              <a:rPr lang="en-US" dirty="0">
                <a:solidFill>
                  <a:srgbClr val="212121"/>
                </a:solidFill>
              </a:rPr>
              <a:t>with their neighboring elements</a:t>
            </a:r>
          </a:p>
          <a:p>
            <a:pPr marL="0" indent="0">
              <a:buNone/>
            </a:pPr>
            <a:endParaRPr lang="en-US" dirty="0"/>
          </a:p>
        </p:txBody>
      </p:sp>
      <p:sp>
        <p:nvSpPr>
          <p:cNvPr id="8" name="Footer Placeholder 7">
            <a:extLst>
              <a:ext uri="{FF2B5EF4-FFF2-40B4-BE49-F238E27FC236}">
                <a16:creationId xmlns:a16="http://schemas.microsoft.com/office/drawing/2014/main" id="{BC636A21-7D69-2627-0A3B-AEF4E50DDCFF}"/>
              </a:ext>
            </a:extLst>
          </p:cNvPr>
          <p:cNvSpPr>
            <a:spLocks noGrp="1"/>
          </p:cNvSpPr>
          <p:nvPr>
            <p:ph type="ftr" sz="quarter" idx="11"/>
          </p:nvPr>
        </p:nvSpPr>
        <p:spPr/>
        <p:txBody>
          <a:bodyPr/>
          <a:lstStyle/>
          <a:p>
            <a:pPr algn="l"/>
            <a:r>
              <a:rPr lang="en-US"/>
              <a:t>Figure 1.2 from Kent Eisenhuth, “How Accessibility Standards Can Empower Better Chart Visual Design,” Smashing Magazine, February 14, 2024, </a:t>
            </a:r>
            <a:r>
              <a:rPr lang="en-US">
                <a:hlinkClick r:id="rId4"/>
              </a:rPr>
              <a:t>https://www.smashingmagazine.com/2024/02/accessibility-standards-empower-better-chart-visual-design/</a:t>
            </a:r>
            <a:r>
              <a:rPr lang="en-US"/>
              <a:t>.</a:t>
            </a:r>
            <a:endParaRPr lang="en-US" dirty="0"/>
          </a:p>
        </p:txBody>
      </p:sp>
      <p:sp>
        <p:nvSpPr>
          <p:cNvPr id="6" name="Title 3">
            <a:extLst>
              <a:ext uri="{FF2B5EF4-FFF2-40B4-BE49-F238E27FC236}">
                <a16:creationId xmlns:a16="http://schemas.microsoft.com/office/drawing/2014/main" id="{E68C4883-C102-9E9B-0701-143C929C4D94}"/>
              </a:ext>
            </a:extLst>
          </p:cNvPr>
          <p:cNvSpPr>
            <a:spLocks noGrp="1"/>
          </p:cNvSpPr>
          <p:nvPr>
            <p:ph type="title"/>
          </p:nvPr>
        </p:nvSpPr>
        <p:spPr>
          <a:xfrm>
            <a:off x="838200" y="365125"/>
            <a:ext cx="10515600" cy="1325563"/>
          </a:xfrm>
        </p:spPr>
        <p:txBody>
          <a:bodyPr/>
          <a:lstStyle/>
          <a:p>
            <a:r>
              <a:rPr lang="en-US" dirty="0"/>
              <a:t>Contrast</a:t>
            </a:r>
            <a:br>
              <a:rPr lang="en-US" dirty="0"/>
            </a:br>
            <a:r>
              <a:rPr lang="en-US" sz="2800" dirty="0"/>
              <a:t>WCAG 2.2 AA</a:t>
            </a:r>
          </a:p>
        </p:txBody>
      </p:sp>
    </p:spTree>
    <p:extLst>
      <p:ext uri="{BB962C8B-B14F-4D97-AF65-F5344CB8AC3E}">
        <p14:creationId xmlns:p14="http://schemas.microsoft.com/office/powerpoint/2010/main" val="3818610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B630E-547C-0FEC-DFF9-149444AF1FF8}"/>
            </a:ext>
          </a:extLst>
        </p:cNvPr>
        <p:cNvGrpSpPr/>
        <p:nvPr/>
      </p:nvGrpSpPr>
      <p:grpSpPr>
        <a:xfrm>
          <a:off x="0" y="0"/>
          <a:ext cx="0" cy="0"/>
          <a:chOff x="0" y="0"/>
          <a:chExt cx="0" cy="0"/>
        </a:xfrm>
      </p:grpSpPr>
      <p:pic>
        <p:nvPicPr>
          <p:cNvPr id="7" name="Picture 6" descr="Donut plot of time spent on different apps, titled “Digital wellbeing”. Plot uses a WCAG compliant color scheme. Each segment of the donut plot is labeled with the application name, such as Netflix, YouTube, etc.">
            <a:extLst>
              <a:ext uri="{FF2B5EF4-FFF2-40B4-BE49-F238E27FC236}">
                <a16:creationId xmlns:a16="http://schemas.microsoft.com/office/drawing/2014/main" id="{9CE4AB39-47D7-950D-853B-07330F4D6611}"/>
              </a:ext>
            </a:extLst>
          </p:cNvPr>
          <p:cNvPicPr>
            <a:picLocks noChangeAspect="1"/>
          </p:cNvPicPr>
          <p:nvPr/>
        </p:nvPicPr>
        <p:blipFill>
          <a:blip r:embed="rId3"/>
          <a:srcRect l="7422" t="9583" r="9595" b="12482"/>
          <a:stretch>
            <a:fillRect/>
          </a:stretch>
        </p:blipFill>
        <p:spPr>
          <a:xfrm>
            <a:off x="5459506" y="1690688"/>
            <a:ext cx="6078070" cy="3977247"/>
          </a:xfrm>
          <a:prstGeom prst="rect">
            <a:avLst/>
          </a:prstGeom>
        </p:spPr>
      </p:pic>
      <p:sp>
        <p:nvSpPr>
          <p:cNvPr id="5" name="Content Placeholder 4">
            <a:extLst>
              <a:ext uri="{FF2B5EF4-FFF2-40B4-BE49-F238E27FC236}">
                <a16:creationId xmlns:a16="http://schemas.microsoft.com/office/drawing/2014/main" id="{D3DD4B77-D324-C383-D966-D63FEBAB4D68}"/>
              </a:ext>
            </a:extLst>
          </p:cNvPr>
          <p:cNvSpPr>
            <a:spLocks noGrp="1"/>
          </p:cNvSpPr>
          <p:nvPr>
            <p:ph sz="half" idx="1"/>
          </p:nvPr>
        </p:nvSpPr>
        <p:spPr>
          <a:xfrm>
            <a:off x="838199" y="1825625"/>
            <a:ext cx="4621307" cy="4351338"/>
          </a:xfrm>
        </p:spPr>
        <p:txBody>
          <a:bodyPr/>
          <a:lstStyle/>
          <a:p>
            <a:pPr marL="0" indent="0">
              <a:buNone/>
            </a:pPr>
            <a:r>
              <a:rPr lang="en-US" dirty="0">
                <a:solidFill>
                  <a:srgbClr val="212121"/>
                </a:solidFill>
              </a:rPr>
              <a:t>Text elements should have a </a:t>
            </a:r>
            <a:br>
              <a:rPr lang="en-US"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4.5:1 contrast ratio</a:t>
            </a:r>
            <a:br>
              <a:rPr lang="en-US" b="1" dirty="0">
                <a:solidFill>
                  <a:srgbClr val="212121"/>
                </a:solidFill>
              </a:rPr>
            </a:br>
            <a:r>
              <a:rPr lang="en-US" dirty="0">
                <a:solidFill>
                  <a:srgbClr val="212121"/>
                </a:solidFill>
              </a:rPr>
              <a:t>with their background</a:t>
            </a:r>
          </a:p>
          <a:p>
            <a:pPr marL="0" indent="0">
              <a:buNone/>
            </a:pPr>
            <a:endParaRPr lang="en-US" dirty="0">
              <a:solidFill>
                <a:srgbClr val="212121"/>
              </a:solidFill>
            </a:endParaRPr>
          </a:p>
          <a:p>
            <a:pPr marL="0" indent="0">
              <a:buNone/>
            </a:pPr>
            <a:r>
              <a:rPr lang="en-US" dirty="0">
                <a:solidFill>
                  <a:srgbClr val="212121"/>
                </a:solidFill>
              </a:rPr>
              <a:t>Chart elements should have a</a:t>
            </a:r>
            <a:r>
              <a:rPr lang="en-US" b="1" dirty="0">
                <a:solidFill>
                  <a:srgbClr val="212121"/>
                </a:solidFill>
              </a:rPr>
              <a:t> </a:t>
            </a:r>
            <a:br>
              <a:rPr lang="en-US" b="1" dirty="0">
                <a:solidFill>
                  <a:srgbClr val="212121"/>
                </a:solidFill>
              </a:rPr>
            </a:br>
            <a:r>
              <a:rPr lang="en-US" b="1" dirty="0">
                <a:solidFill>
                  <a:srgbClr val="7E2504"/>
                </a:solidFill>
                <a:latin typeface="Inter SemiBold" panose="02000503000000020004" pitchFamily="2" charset="0"/>
                <a:ea typeface="Inter SemiBold" panose="02000503000000020004" pitchFamily="2" charset="0"/>
              </a:rPr>
              <a:t>3:1 contrast ratio</a:t>
            </a:r>
            <a:r>
              <a:rPr lang="en-US" b="1" dirty="0">
                <a:solidFill>
                  <a:srgbClr val="212121"/>
                </a:solidFill>
                <a:latin typeface="Inter SemiBold" panose="02000503000000020004" pitchFamily="2" charset="0"/>
                <a:ea typeface="Inter SemiBold" panose="02000503000000020004" pitchFamily="2" charset="0"/>
              </a:rPr>
              <a:t> </a:t>
            </a:r>
            <a:br>
              <a:rPr lang="en-US" b="1" dirty="0">
                <a:solidFill>
                  <a:srgbClr val="212121"/>
                </a:solidFill>
              </a:rPr>
            </a:br>
            <a:r>
              <a:rPr lang="en-US" dirty="0">
                <a:solidFill>
                  <a:srgbClr val="212121"/>
                </a:solidFill>
              </a:rPr>
              <a:t>with their neighboring elements</a:t>
            </a:r>
          </a:p>
          <a:p>
            <a:pPr marL="0" indent="0">
              <a:buNone/>
            </a:pPr>
            <a:endParaRPr lang="en-US" dirty="0"/>
          </a:p>
        </p:txBody>
      </p:sp>
      <p:sp>
        <p:nvSpPr>
          <p:cNvPr id="8" name="Footer Placeholder 7">
            <a:extLst>
              <a:ext uri="{FF2B5EF4-FFF2-40B4-BE49-F238E27FC236}">
                <a16:creationId xmlns:a16="http://schemas.microsoft.com/office/drawing/2014/main" id="{C4FE5E9C-7109-6E59-FF59-0382EED94E92}"/>
              </a:ext>
            </a:extLst>
          </p:cNvPr>
          <p:cNvSpPr>
            <a:spLocks noGrp="1"/>
          </p:cNvSpPr>
          <p:nvPr>
            <p:ph type="ftr" sz="quarter" idx="11"/>
          </p:nvPr>
        </p:nvSpPr>
        <p:spPr/>
        <p:txBody>
          <a:bodyPr/>
          <a:lstStyle/>
          <a:p>
            <a:pPr algn="l"/>
            <a:r>
              <a:rPr lang="en-US"/>
              <a:t>Figure 1.2 from Kent Eisenhuth, “How Accessibility Standards Can Empower Better Chart Visual Design,” Smashing Magazine, February 14, 2024, </a:t>
            </a:r>
            <a:r>
              <a:rPr lang="en-US">
                <a:hlinkClick r:id="rId4"/>
              </a:rPr>
              <a:t>https://www.smashingmagazine.com/2024/02/accessibility-standards-empower-better-chart-visual-design/</a:t>
            </a:r>
            <a:r>
              <a:rPr lang="en-US"/>
              <a:t>.</a:t>
            </a:r>
            <a:endParaRPr lang="en-US" dirty="0"/>
          </a:p>
        </p:txBody>
      </p:sp>
      <p:sp>
        <p:nvSpPr>
          <p:cNvPr id="2" name="Rounded Rectangle 1">
            <a:extLst>
              <a:ext uri="{FF2B5EF4-FFF2-40B4-BE49-F238E27FC236}">
                <a16:creationId xmlns:a16="http://schemas.microsoft.com/office/drawing/2014/main" id="{90DBC4EA-1F29-3381-7480-272833D27CE1}"/>
              </a:ext>
            </a:extLst>
          </p:cNvPr>
          <p:cNvSpPr/>
          <p:nvPr/>
        </p:nvSpPr>
        <p:spPr>
          <a:xfrm>
            <a:off x="9923218" y="3081402"/>
            <a:ext cx="1430582" cy="398606"/>
          </a:xfrm>
          <a:prstGeom prst="roundRect">
            <a:avLst>
              <a:gd name="adj" fmla="val 7971"/>
            </a:avLst>
          </a:prstGeom>
          <a:solidFill>
            <a:srgbClr val="1A73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latin typeface="Tahoma" panose="020B0604030504040204" pitchFamily="34" charset="0"/>
                <a:ea typeface="Tahoma" panose="020B0604030504040204" pitchFamily="34" charset="0"/>
                <a:cs typeface="Tahoma" panose="020B0604030504040204" pitchFamily="34" charset="0"/>
              </a:rPr>
              <a:t>4.56:1 </a:t>
            </a:r>
            <a:r>
              <a:rPr lang="en-US" sz="1500" b="1" dirty="0">
                <a:solidFill>
                  <a:schemeClr val="accent6">
                    <a:lumMod val="20000"/>
                    <a:lumOff val="80000"/>
                  </a:schemeClr>
                </a:solidFill>
                <a:latin typeface="Tahoma" panose="020B0604030504040204" pitchFamily="34" charset="0"/>
                <a:ea typeface="Tahoma" panose="020B0604030504040204" pitchFamily="34" charset="0"/>
                <a:cs typeface="Tahoma" panose="020B0604030504040204" pitchFamily="34" charset="0"/>
              </a:rPr>
              <a:t>PASS</a:t>
            </a:r>
          </a:p>
        </p:txBody>
      </p:sp>
      <p:sp>
        <p:nvSpPr>
          <p:cNvPr id="3" name="Rounded Rectangle 2">
            <a:extLst>
              <a:ext uri="{FF2B5EF4-FFF2-40B4-BE49-F238E27FC236}">
                <a16:creationId xmlns:a16="http://schemas.microsoft.com/office/drawing/2014/main" id="{315DC191-7AB8-C2F4-A414-87CE2B2B5EAA}"/>
              </a:ext>
            </a:extLst>
          </p:cNvPr>
          <p:cNvSpPr/>
          <p:nvPr/>
        </p:nvSpPr>
        <p:spPr>
          <a:xfrm>
            <a:off x="7930812" y="5409302"/>
            <a:ext cx="1430582" cy="398606"/>
          </a:xfrm>
          <a:prstGeom prst="roundRect">
            <a:avLst>
              <a:gd name="adj" fmla="val 7971"/>
            </a:avLst>
          </a:prstGeom>
          <a:solidFill>
            <a:srgbClr val="E525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latin typeface="Tahoma" panose="020B0604030504040204" pitchFamily="34" charset="0"/>
                <a:ea typeface="Tahoma" panose="020B0604030504040204" pitchFamily="34" charset="0"/>
                <a:cs typeface="Tahoma" panose="020B0604030504040204" pitchFamily="34" charset="0"/>
              </a:rPr>
              <a:t>4.41:1 </a:t>
            </a:r>
            <a:r>
              <a:rPr lang="en-US" sz="1500" b="1" dirty="0">
                <a:solidFill>
                  <a:schemeClr val="accent6">
                    <a:lumMod val="20000"/>
                    <a:lumOff val="80000"/>
                  </a:schemeClr>
                </a:solidFill>
                <a:latin typeface="Tahoma" panose="020B0604030504040204" pitchFamily="34" charset="0"/>
                <a:ea typeface="Tahoma" panose="020B0604030504040204" pitchFamily="34" charset="0"/>
                <a:cs typeface="Tahoma" panose="020B0604030504040204" pitchFamily="34" charset="0"/>
              </a:rPr>
              <a:t>PASS</a:t>
            </a:r>
          </a:p>
        </p:txBody>
      </p:sp>
      <p:sp>
        <p:nvSpPr>
          <p:cNvPr id="6" name="Rounded Rectangle 5">
            <a:extLst>
              <a:ext uri="{FF2B5EF4-FFF2-40B4-BE49-F238E27FC236}">
                <a16:creationId xmlns:a16="http://schemas.microsoft.com/office/drawing/2014/main" id="{F220293B-4B20-5817-7E62-1183500781E5}"/>
              </a:ext>
            </a:extLst>
          </p:cNvPr>
          <p:cNvSpPr/>
          <p:nvPr/>
        </p:nvSpPr>
        <p:spPr>
          <a:xfrm>
            <a:off x="5796669" y="2974722"/>
            <a:ext cx="1430582" cy="398606"/>
          </a:xfrm>
          <a:prstGeom prst="roundRect">
            <a:avLst>
              <a:gd name="adj" fmla="val 7971"/>
            </a:avLst>
          </a:prstGeom>
          <a:solidFill>
            <a:srgbClr val="FBBC04"/>
          </a:solidFill>
          <a:ln>
            <a:solidFill>
              <a:srgbClr val="E871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3.04:1</a:t>
            </a:r>
            <a:r>
              <a:rPr lang="en-US" sz="1500" b="1" dirty="0">
                <a:latin typeface="Tahoma" panose="020B0604030504040204" pitchFamily="34" charset="0"/>
                <a:ea typeface="Tahoma" panose="020B0604030504040204" pitchFamily="34" charset="0"/>
                <a:cs typeface="Tahoma" panose="020B0604030504040204" pitchFamily="34" charset="0"/>
              </a:rPr>
              <a:t> </a:t>
            </a:r>
            <a:r>
              <a:rPr lang="en-US" sz="1500" b="1" dirty="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PASS</a:t>
            </a:r>
          </a:p>
        </p:txBody>
      </p:sp>
      <p:sp>
        <p:nvSpPr>
          <p:cNvPr id="11" name="Title 3">
            <a:extLst>
              <a:ext uri="{FF2B5EF4-FFF2-40B4-BE49-F238E27FC236}">
                <a16:creationId xmlns:a16="http://schemas.microsoft.com/office/drawing/2014/main" id="{B5AA878E-CA49-CF7A-EAFB-B2AAE3FA5016}"/>
              </a:ext>
            </a:extLst>
          </p:cNvPr>
          <p:cNvSpPr>
            <a:spLocks noGrp="1"/>
          </p:cNvSpPr>
          <p:nvPr>
            <p:ph type="title"/>
          </p:nvPr>
        </p:nvSpPr>
        <p:spPr>
          <a:xfrm>
            <a:off x="838200" y="365125"/>
            <a:ext cx="10515600" cy="1325563"/>
          </a:xfrm>
        </p:spPr>
        <p:txBody>
          <a:bodyPr/>
          <a:lstStyle/>
          <a:p>
            <a:r>
              <a:rPr lang="en-US" dirty="0"/>
              <a:t>Contrast</a:t>
            </a:r>
            <a:br>
              <a:rPr lang="en-US" dirty="0"/>
            </a:br>
            <a:r>
              <a:rPr lang="en-US" sz="2800" dirty="0"/>
              <a:t>WCAG 2.2 AA</a:t>
            </a:r>
          </a:p>
        </p:txBody>
      </p:sp>
    </p:spTree>
    <p:extLst>
      <p:ext uri="{BB962C8B-B14F-4D97-AF65-F5344CB8AC3E}">
        <p14:creationId xmlns:p14="http://schemas.microsoft.com/office/powerpoint/2010/main" val="754858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D5EB-B38C-AAD8-7EF3-9A5F27300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20CF9-2ABE-BBE1-24D6-18D7B79A77E8}"/>
              </a:ext>
            </a:extLst>
          </p:cNvPr>
          <p:cNvSpPr>
            <a:spLocks noGrp="1"/>
          </p:cNvSpPr>
          <p:nvPr>
            <p:ph type="title"/>
          </p:nvPr>
        </p:nvSpPr>
        <p:spPr/>
        <p:txBody>
          <a:bodyPr/>
          <a:lstStyle/>
          <a:p>
            <a:r>
              <a:rPr lang="en-US" dirty="0"/>
              <a:t>Use </a:t>
            </a:r>
            <a:r>
              <a:rPr lang="en-US" dirty="0">
                <a:solidFill>
                  <a:srgbClr val="7E2504"/>
                </a:solidFill>
              </a:rPr>
              <a:t>color</a:t>
            </a:r>
            <a:r>
              <a:rPr lang="en-US" dirty="0"/>
              <a:t> carefully.</a:t>
            </a:r>
          </a:p>
        </p:txBody>
      </p:sp>
      <p:sp>
        <p:nvSpPr>
          <p:cNvPr id="3" name="Text Placeholder 2">
            <a:extLst>
              <a:ext uri="{FF2B5EF4-FFF2-40B4-BE49-F238E27FC236}">
                <a16:creationId xmlns:a16="http://schemas.microsoft.com/office/drawing/2014/main" id="{3F51C6C9-7CAF-8558-26A4-7F5B9BF19E41}"/>
              </a:ext>
            </a:extLst>
          </p:cNvPr>
          <p:cNvSpPr>
            <a:spLocks noGrp="1"/>
          </p:cNvSpPr>
          <p:nvPr>
            <p:ph type="body" idx="1"/>
          </p:nvPr>
        </p:nvSpPr>
        <p:spPr/>
        <p:txBody>
          <a:bodyPr/>
          <a:lstStyle/>
          <a:p>
            <a:r>
              <a:rPr lang="en-US" dirty="0">
                <a:solidFill>
                  <a:schemeClr val="tx1">
                    <a:lumMod val="65000"/>
                    <a:lumOff val="35000"/>
                  </a:schemeClr>
                </a:solidFill>
              </a:rPr>
              <a:t>Color should illustrate rather than detract from your message</a:t>
            </a:r>
          </a:p>
        </p:txBody>
      </p:sp>
      <p:cxnSp>
        <p:nvCxnSpPr>
          <p:cNvPr id="4" name="Straight Connector 3">
            <a:extLst>
              <a:ext uri="{FF2B5EF4-FFF2-40B4-BE49-F238E27FC236}">
                <a16:creationId xmlns:a16="http://schemas.microsoft.com/office/drawing/2014/main" id="{9E08701B-69A3-ED83-0D54-843AC7BAD0BF}"/>
              </a:ext>
            </a:extLst>
          </p:cNvPr>
          <p:cNvCxnSpPr>
            <a:cxnSpLocks/>
          </p:cNvCxnSpPr>
          <p:nvPr/>
        </p:nvCxnSpPr>
        <p:spPr>
          <a:xfrm>
            <a:off x="0" y="2791531"/>
            <a:ext cx="6477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7542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Population growth in the U.S. from 2000 to 2010. The rainbow coloring of states serves no purpose and is distracting. Furthermore, the colors are overly saturated. Data source: U.S. Census Bureau">
            <a:extLst>
              <a:ext uri="{FF2B5EF4-FFF2-40B4-BE49-F238E27FC236}">
                <a16:creationId xmlns:a16="http://schemas.microsoft.com/office/drawing/2014/main" id="{F49BEA10-E46C-551C-333A-C91001B6FFCA}"/>
              </a:ext>
            </a:extLst>
          </p:cNvPr>
          <p:cNvPicPr>
            <a:picLocks noChangeAspect="1"/>
          </p:cNvPicPr>
          <p:nvPr/>
        </p:nvPicPr>
        <p:blipFill>
          <a:blip r:embed="rId2"/>
          <a:stretch>
            <a:fillRect/>
          </a:stretch>
        </p:blipFill>
        <p:spPr>
          <a:xfrm>
            <a:off x="3991441" y="698959"/>
            <a:ext cx="4287491" cy="5143500"/>
          </a:xfrm>
          <a:prstGeom prst="rect">
            <a:avLst/>
          </a:prstGeom>
        </p:spPr>
      </p:pic>
      <p:sp>
        <p:nvSpPr>
          <p:cNvPr id="8" name="TextBox 7">
            <a:extLst>
              <a:ext uri="{FF2B5EF4-FFF2-40B4-BE49-F238E27FC236}">
                <a16:creationId xmlns:a16="http://schemas.microsoft.com/office/drawing/2014/main" id="{4C0FA6D0-FA46-95A3-C5A3-EA001A4678C3}"/>
              </a:ext>
            </a:extLst>
          </p:cNvPr>
          <p:cNvSpPr txBox="1"/>
          <p:nvPr/>
        </p:nvSpPr>
        <p:spPr>
          <a:xfrm>
            <a:off x="4452420" y="237294"/>
            <a:ext cx="6097044" cy="461665"/>
          </a:xfrm>
          <a:prstGeom prst="rect">
            <a:avLst/>
          </a:prstGeom>
          <a:noFill/>
        </p:spPr>
        <p:txBody>
          <a:bodyPr wrap="square">
            <a:spAutoFit/>
          </a:bodyPr>
          <a:lstStyle/>
          <a:p>
            <a:r>
              <a:rPr lang="en-US" sz="1200" spc="15" dirty="0">
                <a:solidFill>
                  <a:schemeClr val="bg2">
                    <a:lumMod val="50000"/>
                  </a:schemeClr>
                </a:solidFill>
                <a:effectLst/>
                <a:latin typeface="Inter" panose="02000503000000020004" pitchFamily="2" charset="0"/>
                <a:ea typeface="Inter" panose="02000503000000020004" pitchFamily="2" charset="0"/>
              </a:rPr>
              <a:t>Population growth in the U.S. from 2000 to 2010. </a:t>
            </a:r>
            <a:br>
              <a:rPr lang="en-US" sz="1200" spc="15" dirty="0">
                <a:solidFill>
                  <a:schemeClr val="bg2">
                    <a:lumMod val="50000"/>
                  </a:schemeClr>
                </a:solidFill>
                <a:effectLst/>
                <a:latin typeface="Inter" panose="02000503000000020004" pitchFamily="2" charset="0"/>
                <a:ea typeface="Inter" panose="02000503000000020004" pitchFamily="2" charset="0"/>
              </a:rPr>
            </a:br>
            <a:r>
              <a:rPr lang="en-US" sz="1200" spc="15" dirty="0">
                <a:solidFill>
                  <a:schemeClr val="bg2">
                    <a:lumMod val="50000"/>
                  </a:schemeClr>
                </a:solidFill>
                <a:effectLst/>
                <a:latin typeface="Inter" panose="02000503000000020004" pitchFamily="2" charset="0"/>
                <a:ea typeface="Inter" panose="02000503000000020004" pitchFamily="2" charset="0"/>
              </a:rPr>
              <a:t>Data source: U.S. Census Bureau</a:t>
            </a:r>
            <a:endParaRPr lang="en-US" sz="1200" dirty="0">
              <a:solidFill>
                <a:schemeClr val="bg2">
                  <a:lumMod val="50000"/>
                </a:schemeClr>
              </a:solidFill>
              <a:latin typeface="Inter" panose="02000503000000020004" pitchFamily="2" charset="0"/>
              <a:ea typeface="Inter" panose="02000503000000020004" pitchFamily="2" charset="0"/>
            </a:endParaRPr>
          </a:p>
        </p:txBody>
      </p:sp>
      <p:sp>
        <p:nvSpPr>
          <p:cNvPr id="9" name="Footer Placeholder 4">
            <a:extLst>
              <a:ext uri="{FF2B5EF4-FFF2-40B4-BE49-F238E27FC236}">
                <a16:creationId xmlns:a16="http://schemas.microsoft.com/office/drawing/2014/main" id="{E3D5D616-7221-52E2-E4B3-290D2EFA6EE0}"/>
              </a:ext>
            </a:extLst>
          </p:cNvPr>
          <p:cNvSpPr>
            <a:spLocks noGrp="1"/>
          </p:cNvSpPr>
          <p:nvPr>
            <p:ph type="ftr" sz="quarter" idx="11"/>
          </p:nvPr>
        </p:nvSpPr>
        <p:spPr>
          <a:xfrm>
            <a:off x="838200" y="6356350"/>
            <a:ext cx="10515600" cy="365125"/>
          </a:xfrm>
        </p:spPr>
        <p:txBody>
          <a:bodyPr/>
          <a:lstStyle/>
          <a:p>
            <a:pPr algn="l"/>
            <a:r>
              <a:rPr lang="en-US"/>
              <a:t>Figure 19.3 from Claus O. Wilke, Fundamentals of Data Visualization (O’Reilly, 2019), </a:t>
            </a:r>
            <a:r>
              <a:rPr lang="en-US">
                <a:hlinkClick r:id="rId3"/>
              </a:rPr>
              <a:t>https://clauswilke.com/dataviz/color-pitfalls.html</a:t>
            </a:r>
            <a:r>
              <a:rPr lang="en-US"/>
              <a:t>. </a:t>
            </a:r>
            <a:br>
              <a:rPr lang="en-US"/>
            </a:br>
            <a:r>
              <a:rPr lang="en-US"/>
              <a:t>Licensed under CC BY-NC-ND 4.0. Not modified.</a:t>
            </a:r>
            <a:endParaRPr lang="en-US" dirty="0"/>
          </a:p>
        </p:txBody>
      </p:sp>
    </p:spTree>
    <p:extLst>
      <p:ext uri="{BB962C8B-B14F-4D97-AF65-F5344CB8AC3E}">
        <p14:creationId xmlns:p14="http://schemas.microsoft.com/office/powerpoint/2010/main" val="2014535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64255-551B-07D5-B721-890632B1F50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95EDCFA-ABD5-FFAD-55D4-CDAF4A937BE4}"/>
              </a:ext>
            </a:extLst>
          </p:cNvPr>
          <p:cNvSpPr txBox="1"/>
          <p:nvPr/>
        </p:nvSpPr>
        <p:spPr>
          <a:xfrm>
            <a:off x="681445" y="1804837"/>
            <a:ext cx="3172098" cy="1924245"/>
          </a:xfrm>
          <a:prstGeom prst="rect">
            <a:avLst/>
          </a:prstGeom>
          <a:noFill/>
        </p:spPr>
        <p:txBody>
          <a:bodyPr wrap="square">
            <a:spAutoFit/>
          </a:bodyPr>
          <a:lstStyle/>
          <a:p>
            <a:pPr>
              <a:lnSpc>
                <a:spcPts val="1840"/>
              </a:lnSpc>
            </a:pPr>
            <a:br>
              <a:rPr lang="en-US" sz="1400" spc="15" dirty="0">
                <a:solidFill>
                  <a:schemeClr val="bg2">
                    <a:lumMod val="50000"/>
                  </a:schemeClr>
                </a:solidFill>
                <a:effectLst/>
                <a:latin typeface="Inter" panose="02000503000000020004" pitchFamily="2" charset="0"/>
                <a:ea typeface="Inter" panose="02000503000000020004" pitchFamily="2" charset="0"/>
              </a:rPr>
            </a:br>
            <a:r>
              <a:rPr lang="en-US" sz="1400" spc="15" dirty="0">
                <a:solidFill>
                  <a:schemeClr val="bg2">
                    <a:lumMod val="50000"/>
                  </a:schemeClr>
                </a:solidFill>
                <a:effectLst/>
                <a:latin typeface="Inter" panose="02000503000000020004" pitchFamily="2" charset="0"/>
                <a:ea typeface="Inter" panose="02000503000000020004" pitchFamily="2" charset="0"/>
              </a:rPr>
              <a:t>States in the West and South have seen the largest increases, whereas states in the Midwest and Northeast have seen much smaller increases or even, in the case of Michigan, a decrease. </a:t>
            </a:r>
            <a:br>
              <a:rPr lang="en-US" sz="1400" spc="15" dirty="0">
                <a:solidFill>
                  <a:schemeClr val="bg2">
                    <a:lumMod val="50000"/>
                  </a:schemeClr>
                </a:solidFill>
                <a:effectLst/>
                <a:latin typeface="Inter" panose="02000503000000020004" pitchFamily="2" charset="0"/>
                <a:ea typeface="Inter" panose="02000503000000020004" pitchFamily="2" charset="0"/>
              </a:rPr>
            </a:br>
            <a:endParaRPr lang="en-US" sz="1400" dirty="0">
              <a:solidFill>
                <a:schemeClr val="bg2">
                  <a:lumMod val="50000"/>
                </a:schemeClr>
              </a:solidFill>
              <a:latin typeface="Inter" panose="02000503000000020004" pitchFamily="2" charset="0"/>
              <a:ea typeface="Inter" panose="02000503000000020004" pitchFamily="2" charset="0"/>
            </a:endParaRPr>
          </a:p>
        </p:txBody>
      </p:sp>
      <p:sp>
        <p:nvSpPr>
          <p:cNvPr id="9" name="Footer Placeholder 4">
            <a:extLst>
              <a:ext uri="{FF2B5EF4-FFF2-40B4-BE49-F238E27FC236}">
                <a16:creationId xmlns:a16="http://schemas.microsoft.com/office/drawing/2014/main" id="{982E32F5-BE04-DA6E-F8F8-15F32C5C5C87}"/>
              </a:ext>
            </a:extLst>
          </p:cNvPr>
          <p:cNvSpPr>
            <a:spLocks noGrp="1"/>
          </p:cNvSpPr>
          <p:nvPr>
            <p:ph type="ftr" sz="quarter" idx="11"/>
          </p:nvPr>
        </p:nvSpPr>
        <p:spPr>
          <a:xfrm>
            <a:off x="838200" y="6356350"/>
            <a:ext cx="10515600" cy="365125"/>
          </a:xfrm>
        </p:spPr>
        <p:txBody>
          <a:bodyPr/>
          <a:lstStyle/>
          <a:p>
            <a:pPr algn="l"/>
            <a:r>
              <a:rPr lang="en-US"/>
              <a:t>Figure 19.3 from Claus O. Wilke, Fundamentals of Data Visualization (O’Reilly, 2019), </a:t>
            </a:r>
            <a:r>
              <a:rPr lang="en-US">
                <a:hlinkClick r:id="rId2"/>
              </a:rPr>
              <a:t>https://clauswilke.com/dataviz/color-pitfalls.html</a:t>
            </a:r>
            <a:r>
              <a:rPr lang="en-US"/>
              <a:t>. </a:t>
            </a:r>
            <a:br>
              <a:rPr lang="en-US"/>
            </a:br>
            <a:r>
              <a:rPr lang="en-US"/>
              <a:t>Licensed under CC BY-NC-ND 4.0. Not modified.</a:t>
            </a:r>
            <a:endParaRPr lang="en-US" dirty="0"/>
          </a:p>
        </p:txBody>
      </p:sp>
      <p:pic>
        <p:nvPicPr>
          <p:cNvPr id="2" name="Picture 1" descr="Population growth in the U.S. from 2000 to 2010. States in the West and South have seen the largest increases, whereas states in the Midwest and Northeast have seen much smaller increases or even, in the case of Michigan, a decrease. Data source: U.S. Census Bureau">
            <a:extLst>
              <a:ext uri="{FF2B5EF4-FFF2-40B4-BE49-F238E27FC236}">
                <a16:creationId xmlns:a16="http://schemas.microsoft.com/office/drawing/2014/main" id="{2F5653FB-5DC6-3FBD-BF9F-82BCA38E560D}"/>
              </a:ext>
            </a:extLst>
          </p:cNvPr>
          <p:cNvPicPr>
            <a:picLocks noChangeAspect="1"/>
          </p:cNvPicPr>
          <p:nvPr/>
        </p:nvPicPr>
        <p:blipFill>
          <a:blip r:embed="rId3"/>
          <a:stretch>
            <a:fillRect/>
          </a:stretch>
        </p:blipFill>
        <p:spPr>
          <a:xfrm>
            <a:off x="4131687" y="762180"/>
            <a:ext cx="4287491" cy="5143500"/>
          </a:xfrm>
          <a:prstGeom prst="rect">
            <a:avLst/>
          </a:prstGeom>
        </p:spPr>
      </p:pic>
      <p:sp>
        <p:nvSpPr>
          <p:cNvPr id="4" name="Title 1">
            <a:extLst>
              <a:ext uri="{FF2B5EF4-FFF2-40B4-BE49-F238E27FC236}">
                <a16:creationId xmlns:a16="http://schemas.microsoft.com/office/drawing/2014/main" id="{480C0E5A-220A-32D1-B894-3E338ACDD2C4}"/>
              </a:ext>
            </a:extLst>
          </p:cNvPr>
          <p:cNvSpPr>
            <a:spLocks noGrp="1"/>
          </p:cNvSpPr>
          <p:nvPr>
            <p:ph type="title"/>
          </p:nvPr>
        </p:nvSpPr>
        <p:spPr>
          <a:xfrm>
            <a:off x="681445" y="225301"/>
            <a:ext cx="10515600" cy="1519347"/>
          </a:xfrm>
        </p:spPr>
        <p:txBody>
          <a:bodyPr>
            <a:noAutofit/>
          </a:bodyPr>
          <a:lstStyle/>
          <a:p>
            <a:pPr>
              <a:lnSpc>
                <a:spcPct val="110000"/>
              </a:lnSpc>
              <a:spcBef>
                <a:spcPts val="0"/>
              </a:spcBef>
              <a:spcAft>
                <a:spcPts val="3000"/>
              </a:spcAft>
            </a:pPr>
            <a:r>
              <a:rPr lang="en-US" sz="2800" dirty="0"/>
              <a:t>Color can </a:t>
            </a:r>
            <a:br>
              <a:rPr lang="en-US" sz="2800" dirty="0">
                <a:latin typeface="Inter" panose="02000503000000020004" pitchFamily="2" charset="0"/>
                <a:ea typeface="Inter" panose="02000503000000020004" pitchFamily="2" charset="0"/>
              </a:rPr>
            </a:br>
            <a:r>
              <a:rPr lang="en-US" sz="2800" b="1" dirty="0">
                <a:solidFill>
                  <a:srgbClr val="7E2504"/>
                </a:solidFill>
                <a:latin typeface="Inter SemiBold" panose="02000503000000020004" pitchFamily="2" charset="0"/>
                <a:ea typeface="Inter SemiBold" panose="02000503000000020004" pitchFamily="2" charset="0"/>
              </a:rPr>
              <a:t>represent</a:t>
            </a:r>
            <a:r>
              <a:rPr lang="en-US" sz="2800" dirty="0">
                <a:latin typeface="Inter" panose="02000503000000020004" pitchFamily="2" charset="0"/>
                <a:ea typeface="Inter" panose="02000503000000020004" pitchFamily="2" charset="0"/>
              </a:rPr>
              <a:t> </a:t>
            </a:r>
            <a:r>
              <a:rPr lang="en-US" sz="2800" dirty="0"/>
              <a:t>data</a:t>
            </a:r>
          </a:p>
        </p:txBody>
      </p:sp>
      <p:sp>
        <p:nvSpPr>
          <p:cNvPr id="5" name="TextBox 4">
            <a:extLst>
              <a:ext uri="{FF2B5EF4-FFF2-40B4-BE49-F238E27FC236}">
                <a16:creationId xmlns:a16="http://schemas.microsoft.com/office/drawing/2014/main" id="{9C381217-4B75-C75A-1681-C69FB33B8418}"/>
              </a:ext>
            </a:extLst>
          </p:cNvPr>
          <p:cNvSpPr txBox="1"/>
          <p:nvPr/>
        </p:nvSpPr>
        <p:spPr>
          <a:xfrm>
            <a:off x="4452420" y="230763"/>
            <a:ext cx="6097044" cy="461665"/>
          </a:xfrm>
          <a:prstGeom prst="rect">
            <a:avLst/>
          </a:prstGeom>
          <a:noFill/>
        </p:spPr>
        <p:txBody>
          <a:bodyPr wrap="square">
            <a:spAutoFit/>
          </a:bodyPr>
          <a:lstStyle/>
          <a:p>
            <a:r>
              <a:rPr lang="en-US" sz="1200" spc="15" dirty="0">
                <a:solidFill>
                  <a:schemeClr val="bg2">
                    <a:lumMod val="50000"/>
                  </a:schemeClr>
                </a:solidFill>
                <a:effectLst/>
                <a:latin typeface="Inter" panose="02000503000000020004" pitchFamily="2" charset="0"/>
                <a:ea typeface="Inter" panose="02000503000000020004" pitchFamily="2" charset="0"/>
              </a:rPr>
              <a:t>Population growth in the U.S. from 2000 to 2010. </a:t>
            </a:r>
            <a:br>
              <a:rPr lang="en-US" sz="1200" spc="15" dirty="0">
                <a:solidFill>
                  <a:schemeClr val="bg2">
                    <a:lumMod val="50000"/>
                  </a:schemeClr>
                </a:solidFill>
                <a:effectLst/>
                <a:latin typeface="Inter" panose="02000503000000020004" pitchFamily="2" charset="0"/>
                <a:ea typeface="Inter" panose="02000503000000020004" pitchFamily="2" charset="0"/>
              </a:rPr>
            </a:br>
            <a:r>
              <a:rPr lang="en-US" sz="1200" spc="15" dirty="0">
                <a:solidFill>
                  <a:schemeClr val="bg2">
                    <a:lumMod val="50000"/>
                  </a:schemeClr>
                </a:solidFill>
                <a:effectLst/>
                <a:latin typeface="Inter" panose="02000503000000020004" pitchFamily="2" charset="0"/>
                <a:ea typeface="Inter" panose="02000503000000020004" pitchFamily="2" charset="0"/>
              </a:rPr>
              <a:t>Data source: U.S. Census Bureau</a:t>
            </a:r>
            <a:endParaRPr lang="en-US" sz="1200" dirty="0">
              <a:solidFill>
                <a:schemeClr val="bg2">
                  <a:lumMod val="50000"/>
                </a:schemeClr>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4092213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419B9-E941-C33D-FB67-4E9887DB87D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2B09808-DB9E-AD64-3D74-2F5E245509F3}"/>
              </a:ext>
            </a:extLst>
          </p:cNvPr>
          <p:cNvSpPr txBox="1"/>
          <p:nvPr/>
        </p:nvSpPr>
        <p:spPr>
          <a:xfrm>
            <a:off x="4452420" y="237294"/>
            <a:ext cx="6097044" cy="461665"/>
          </a:xfrm>
          <a:prstGeom prst="rect">
            <a:avLst/>
          </a:prstGeom>
          <a:noFill/>
        </p:spPr>
        <p:txBody>
          <a:bodyPr wrap="square">
            <a:spAutoFit/>
          </a:bodyPr>
          <a:lstStyle/>
          <a:p>
            <a:r>
              <a:rPr lang="en-US" sz="1200" spc="15" dirty="0">
                <a:solidFill>
                  <a:schemeClr val="bg2">
                    <a:lumMod val="50000"/>
                  </a:schemeClr>
                </a:solidFill>
                <a:effectLst/>
                <a:latin typeface="Inter" panose="02000503000000020004" pitchFamily="2" charset="0"/>
                <a:ea typeface="Inter" panose="02000503000000020004" pitchFamily="2" charset="0"/>
              </a:rPr>
              <a:t>Population growth in the U.S. from 2000 to 2010. </a:t>
            </a:r>
            <a:br>
              <a:rPr lang="en-US" sz="1200" spc="15" dirty="0">
                <a:solidFill>
                  <a:schemeClr val="bg2">
                    <a:lumMod val="50000"/>
                  </a:schemeClr>
                </a:solidFill>
                <a:effectLst/>
                <a:latin typeface="Inter" panose="02000503000000020004" pitchFamily="2" charset="0"/>
                <a:ea typeface="Inter" panose="02000503000000020004" pitchFamily="2" charset="0"/>
              </a:rPr>
            </a:br>
            <a:r>
              <a:rPr lang="en-US" sz="1200" spc="15" dirty="0">
                <a:solidFill>
                  <a:schemeClr val="bg2">
                    <a:lumMod val="50000"/>
                  </a:schemeClr>
                </a:solidFill>
                <a:effectLst/>
                <a:latin typeface="Inter" panose="02000503000000020004" pitchFamily="2" charset="0"/>
                <a:ea typeface="Inter" panose="02000503000000020004" pitchFamily="2" charset="0"/>
              </a:rPr>
              <a:t>Data source: U.S. Census Bureau</a:t>
            </a:r>
            <a:endParaRPr lang="en-US" sz="1200" dirty="0">
              <a:solidFill>
                <a:schemeClr val="bg2">
                  <a:lumMod val="50000"/>
                </a:schemeClr>
              </a:solidFill>
              <a:latin typeface="Inter" panose="02000503000000020004" pitchFamily="2" charset="0"/>
              <a:ea typeface="Inter" panose="02000503000000020004" pitchFamily="2" charset="0"/>
            </a:endParaRPr>
          </a:p>
        </p:txBody>
      </p:sp>
      <p:sp>
        <p:nvSpPr>
          <p:cNvPr id="9" name="Footer Placeholder 4">
            <a:extLst>
              <a:ext uri="{FF2B5EF4-FFF2-40B4-BE49-F238E27FC236}">
                <a16:creationId xmlns:a16="http://schemas.microsoft.com/office/drawing/2014/main" id="{44A8BBDE-3C99-AE40-FB9C-964399F35AFB}"/>
              </a:ext>
            </a:extLst>
          </p:cNvPr>
          <p:cNvSpPr>
            <a:spLocks noGrp="1"/>
          </p:cNvSpPr>
          <p:nvPr>
            <p:ph type="ftr" sz="quarter" idx="11"/>
          </p:nvPr>
        </p:nvSpPr>
        <p:spPr>
          <a:xfrm>
            <a:off x="838200" y="6356350"/>
            <a:ext cx="10515600" cy="365125"/>
          </a:xfrm>
        </p:spPr>
        <p:txBody>
          <a:bodyPr/>
          <a:lstStyle/>
          <a:p>
            <a:pPr algn="l"/>
            <a:r>
              <a:rPr lang="en-US"/>
              <a:t>Figure 19.3 from Claus O. Wilke, Fundamentals of Data Visualization (O’Reilly, 2019), </a:t>
            </a:r>
            <a:r>
              <a:rPr lang="en-US">
                <a:hlinkClick r:id="rId2"/>
              </a:rPr>
              <a:t>https://clauswilke.com/dataviz/color-pitfalls.html</a:t>
            </a:r>
            <a:r>
              <a:rPr lang="en-US"/>
              <a:t>. </a:t>
            </a:r>
            <a:br>
              <a:rPr lang="en-US"/>
            </a:br>
            <a:r>
              <a:rPr lang="en-US"/>
              <a:t>Licensed under CC BY-NC-ND 4.0. Not modified.</a:t>
            </a:r>
            <a:endParaRPr lang="en-US" dirty="0"/>
          </a:p>
        </p:txBody>
      </p:sp>
      <p:pic>
        <p:nvPicPr>
          <p:cNvPr id="2" name="Picture 1" descr="From 2000 to 2010, the two neighboring southern states Texas and Louisiana have experienced among the highest and lowest population growth across the U.S. Data source: U.S. Census Bureau">
            <a:extLst>
              <a:ext uri="{FF2B5EF4-FFF2-40B4-BE49-F238E27FC236}">
                <a16:creationId xmlns:a16="http://schemas.microsoft.com/office/drawing/2014/main" id="{18BB1247-B6EE-79A3-20F3-1E5D32388A41}"/>
              </a:ext>
            </a:extLst>
          </p:cNvPr>
          <p:cNvPicPr>
            <a:picLocks noChangeAspect="1"/>
          </p:cNvPicPr>
          <p:nvPr/>
        </p:nvPicPr>
        <p:blipFill>
          <a:blip r:embed="rId3"/>
          <a:stretch>
            <a:fillRect/>
          </a:stretch>
        </p:blipFill>
        <p:spPr>
          <a:xfrm>
            <a:off x="4136219" y="772346"/>
            <a:ext cx="4287491" cy="5143500"/>
          </a:xfrm>
          <a:prstGeom prst="rect">
            <a:avLst/>
          </a:prstGeom>
        </p:spPr>
      </p:pic>
      <p:sp>
        <p:nvSpPr>
          <p:cNvPr id="3" name="Title 1">
            <a:extLst>
              <a:ext uri="{FF2B5EF4-FFF2-40B4-BE49-F238E27FC236}">
                <a16:creationId xmlns:a16="http://schemas.microsoft.com/office/drawing/2014/main" id="{080D56E4-3645-DEBB-C343-D4E1D14F959A}"/>
              </a:ext>
            </a:extLst>
          </p:cNvPr>
          <p:cNvSpPr>
            <a:spLocks noGrp="1"/>
          </p:cNvSpPr>
          <p:nvPr>
            <p:ph type="title"/>
          </p:nvPr>
        </p:nvSpPr>
        <p:spPr>
          <a:xfrm>
            <a:off x="681445" y="225301"/>
            <a:ext cx="10515600" cy="1519347"/>
          </a:xfrm>
        </p:spPr>
        <p:txBody>
          <a:bodyPr>
            <a:noAutofit/>
          </a:bodyPr>
          <a:lstStyle/>
          <a:p>
            <a:pPr>
              <a:lnSpc>
                <a:spcPct val="110000"/>
              </a:lnSpc>
              <a:spcBef>
                <a:spcPts val="0"/>
              </a:spcBef>
              <a:spcAft>
                <a:spcPts val="3000"/>
              </a:spcAft>
            </a:pPr>
            <a:r>
              <a:rPr lang="en-US" sz="2800" dirty="0"/>
              <a:t>Color can </a:t>
            </a:r>
            <a:br>
              <a:rPr lang="en-US" sz="2800" dirty="0">
                <a:latin typeface="Inter" panose="02000503000000020004" pitchFamily="2" charset="0"/>
                <a:ea typeface="Inter" panose="02000503000000020004" pitchFamily="2" charset="0"/>
              </a:rPr>
            </a:br>
            <a:r>
              <a:rPr lang="en-US" sz="2800" b="1" dirty="0">
                <a:solidFill>
                  <a:srgbClr val="7E2504"/>
                </a:solidFill>
                <a:latin typeface="Inter SemiBold" panose="02000503000000020004" pitchFamily="2" charset="0"/>
                <a:ea typeface="Inter SemiBold" panose="02000503000000020004" pitchFamily="2" charset="0"/>
              </a:rPr>
              <a:t>highlight</a:t>
            </a:r>
            <a:r>
              <a:rPr lang="en-US" sz="2800" dirty="0">
                <a:latin typeface="Inter" panose="02000503000000020004" pitchFamily="2" charset="0"/>
                <a:ea typeface="Inter" panose="02000503000000020004" pitchFamily="2" charset="0"/>
              </a:rPr>
              <a:t> </a:t>
            </a:r>
            <a:r>
              <a:rPr lang="en-US" sz="2800" dirty="0"/>
              <a:t>data</a:t>
            </a:r>
          </a:p>
        </p:txBody>
      </p:sp>
      <p:sp>
        <p:nvSpPr>
          <p:cNvPr id="7" name="TextBox 6">
            <a:extLst>
              <a:ext uri="{FF2B5EF4-FFF2-40B4-BE49-F238E27FC236}">
                <a16:creationId xmlns:a16="http://schemas.microsoft.com/office/drawing/2014/main" id="{107263BA-4D5F-934F-E741-F11AC40DA7C7}"/>
              </a:ext>
            </a:extLst>
          </p:cNvPr>
          <p:cNvSpPr txBox="1"/>
          <p:nvPr/>
        </p:nvSpPr>
        <p:spPr>
          <a:xfrm>
            <a:off x="681445" y="2007312"/>
            <a:ext cx="3257007" cy="1693412"/>
          </a:xfrm>
          <a:prstGeom prst="rect">
            <a:avLst/>
          </a:prstGeom>
          <a:noFill/>
        </p:spPr>
        <p:txBody>
          <a:bodyPr wrap="square">
            <a:spAutoFit/>
          </a:bodyPr>
          <a:lstStyle/>
          <a:p>
            <a:pPr>
              <a:lnSpc>
                <a:spcPts val="1840"/>
              </a:lnSpc>
            </a:pPr>
            <a:r>
              <a:rPr lang="en-US" sz="1400" spc="15" dirty="0">
                <a:solidFill>
                  <a:schemeClr val="bg2">
                    <a:lumMod val="50000"/>
                  </a:schemeClr>
                </a:solidFill>
                <a:effectLst/>
                <a:latin typeface="Inter" panose="02000503000000020004" pitchFamily="2" charset="0"/>
                <a:ea typeface="Inter" panose="02000503000000020004" pitchFamily="2" charset="0"/>
              </a:rPr>
              <a:t>2000 to 2010, the two neighboring southern states Texas and Louisiana have experienced among the highest and lowest population growth across the U.S. Data</a:t>
            </a:r>
          </a:p>
          <a:p>
            <a:pPr>
              <a:lnSpc>
                <a:spcPts val="1840"/>
              </a:lnSpc>
            </a:pPr>
            <a:br>
              <a:rPr lang="en-US" sz="1400" spc="15" dirty="0">
                <a:solidFill>
                  <a:schemeClr val="bg2">
                    <a:lumMod val="50000"/>
                  </a:schemeClr>
                </a:solidFill>
                <a:effectLst/>
                <a:latin typeface="Inter" panose="02000503000000020004" pitchFamily="2" charset="0"/>
                <a:ea typeface="Inter" panose="02000503000000020004" pitchFamily="2" charset="0"/>
              </a:rPr>
            </a:br>
            <a:endParaRPr lang="en-US" sz="1400" dirty="0">
              <a:solidFill>
                <a:schemeClr val="bg2">
                  <a:lumMod val="50000"/>
                </a:schemeClr>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926826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9340D-71B3-0881-BFEB-CF2E85D92FEE}"/>
              </a:ext>
            </a:extLst>
          </p:cNvPr>
          <p:cNvSpPr>
            <a:spLocks noGrp="1"/>
          </p:cNvSpPr>
          <p:nvPr>
            <p:ph type="title"/>
          </p:nvPr>
        </p:nvSpPr>
        <p:spPr/>
        <p:txBody>
          <a:bodyPr/>
          <a:lstStyle/>
          <a:p>
            <a:r>
              <a:rPr lang="en-US" dirty="0"/>
              <a:t>Choose a colorblind friendly color palette</a:t>
            </a:r>
          </a:p>
        </p:txBody>
      </p:sp>
      <p:sp>
        <p:nvSpPr>
          <p:cNvPr id="10" name="Footer Placeholder 9">
            <a:extLst>
              <a:ext uri="{FF2B5EF4-FFF2-40B4-BE49-F238E27FC236}">
                <a16:creationId xmlns:a16="http://schemas.microsoft.com/office/drawing/2014/main" id="{E86FD76F-8ABC-54BC-F14F-033280054B08}"/>
              </a:ext>
            </a:extLst>
          </p:cNvPr>
          <p:cNvSpPr>
            <a:spLocks noGrp="1"/>
          </p:cNvSpPr>
          <p:nvPr>
            <p:ph type="ftr" sz="quarter" idx="11"/>
          </p:nvPr>
        </p:nvSpPr>
        <p:spPr/>
        <p:txBody>
          <a:bodyPr/>
          <a:lstStyle/>
          <a:p>
            <a:pPr algn="l"/>
            <a:r>
              <a:rPr lang="en-US"/>
              <a:t>Meeks, E., &amp; Lu, S. (2018). Viz Palette [Web application]. </a:t>
            </a:r>
            <a:r>
              <a:rPr lang="en-US">
                <a:hlinkClick r:id="rId2"/>
              </a:rPr>
              <a:t>https://projects.susielu.com/viz-palette</a:t>
            </a:r>
            <a:r>
              <a:rPr lang="en-US"/>
              <a:t> </a:t>
            </a:r>
            <a:endParaRPr lang="en-US" dirty="0"/>
          </a:p>
        </p:txBody>
      </p:sp>
      <p:pic>
        <p:nvPicPr>
          <p:cNvPr id="12" name="Picture 11">
            <a:extLst>
              <a:ext uri="{FF2B5EF4-FFF2-40B4-BE49-F238E27FC236}">
                <a16:creationId xmlns:a16="http://schemas.microsoft.com/office/drawing/2014/main" id="{88B4ACAC-248B-F457-F728-2987447AAB6A}"/>
              </a:ext>
            </a:extLst>
          </p:cNvPr>
          <p:cNvPicPr>
            <a:picLocks noChangeAspect="1"/>
          </p:cNvPicPr>
          <p:nvPr/>
        </p:nvPicPr>
        <p:blipFill>
          <a:blip r:embed="rId3"/>
          <a:stretch>
            <a:fillRect/>
          </a:stretch>
        </p:blipFill>
        <p:spPr>
          <a:xfrm>
            <a:off x="8968378" y="2377802"/>
            <a:ext cx="1727200" cy="1854200"/>
          </a:xfrm>
          <a:prstGeom prst="rect">
            <a:avLst/>
          </a:prstGeom>
        </p:spPr>
      </p:pic>
      <p:pic>
        <p:nvPicPr>
          <p:cNvPr id="13" name="Picture 12">
            <a:extLst>
              <a:ext uri="{FF2B5EF4-FFF2-40B4-BE49-F238E27FC236}">
                <a16:creationId xmlns:a16="http://schemas.microsoft.com/office/drawing/2014/main" id="{1066409F-B0B9-1B1F-29A4-ECA364B07E3C}"/>
              </a:ext>
            </a:extLst>
          </p:cNvPr>
          <p:cNvPicPr>
            <a:picLocks noChangeAspect="1"/>
          </p:cNvPicPr>
          <p:nvPr/>
        </p:nvPicPr>
        <p:blipFill>
          <a:blip r:embed="rId4"/>
          <a:stretch>
            <a:fillRect/>
          </a:stretch>
        </p:blipFill>
        <p:spPr>
          <a:xfrm>
            <a:off x="1496422" y="1796556"/>
            <a:ext cx="7450727" cy="2913692"/>
          </a:xfrm>
          <a:prstGeom prst="rect">
            <a:avLst/>
          </a:prstGeom>
        </p:spPr>
      </p:pic>
    </p:spTree>
    <p:extLst>
      <p:ext uri="{BB962C8B-B14F-4D97-AF65-F5344CB8AC3E}">
        <p14:creationId xmlns:p14="http://schemas.microsoft.com/office/powerpoint/2010/main" val="1113488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42ED9-9AC3-73CC-4C69-E0077026B4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100F2-0F1A-F38B-82EA-1542873ADCE0}"/>
              </a:ext>
            </a:extLst>
          </p:cNvPr>
          <p:cNvSpPr>
            <a:spLocks noGrp="1"/>
          </p:cNvSpPr>
          <p:nvPr>
            <p:ph type="title"/>
          </p:nvPr>
        </p:nvSpPr>
        <p:spPr/>
        <p:txBody>
          <a:bodyPr/>
          <a:lstStyle/>
          <a:p>
            <a:r>
              <a:rPr lang="en-US" dirty="0"/>
              <a:t>Choose a colorblind friendly color palette</a:t>
            </a:r>
          </a:p>
        </p:txBody>
      </p:sp>
      <p:pic>
        <p:nvPicPr>
          <p:cNvPr id="4" name="Picture 3">
            <a:extLst>
              <a:ext uri="{FF2B5EF4-FFF2-40B4-BE49-F238E27FC236}">
                <a16:creationId xmlns:a16="http://schemas.microsoft.com/office/drawing/2014/main" id="{C81B8F62-A992-E4E6-7A11-BA874962C884}"/>
              </a:ext>
            </a:extLst>
          </p:cNvPr>
          <p:cNvPicPr>
            <a:picLocks noChangeAspect="1"/>
          </p:cNvPicPr>
          <p:nvPr/>
        </p:nvPicPr>
        <p:blipFill>
          <a:blip r:embed="rId2"/>
          <a:stretch>
            <a:fillRect/>
          </a:stretch>
        </p:blipFill>
        <p:spPr>
          <a:xfrm>
            <a:off x="8473238" y="2531889"/>
            <a:ext cx="2438400" cy="1943100"/>
          </a:xfrm>
          <a:prstGeom prst="rect">
            <a:avLst/>
          </a:prstGeom>
        </p:spPr>
      </p:pic>
      <p:sp>
        <p:nvSpPr>
          <p:cNvPr id="8" name="Footer Placeholder 9">
            <a:extLst>
              <a:ext uri="{FF2B5EF4-FFF2-40B4-BE49-F238E27FC236}">
                <a16:creationId xmlns:a16="http://schemas.microsoft.com/office/drawing/2014/main" id="{13167E26-D983-E437-D3C9-7ADCE7E36FF4}"/>
              </a:ext>
            </a:extLst>
          </p:cNvPr>
          <p:cNvSpPr>
            <a:spLocks noGrp="1"/>
          </p:cNvSpPr>
          <p:nvPr>
            <p:ph type="ftr" sz="quarter" idx="11"/>
          </p:nvPr>
        </p:nvSpPr>
        <p:spPr>
          <a:xfrm>
            <a:off x="838200" y="6356350"/>
            <a:ext cx="10515600" cy="365125"/>
          </a:xfrm>
        </p:spPr>
        <p:txBody>
          <a:bodyPr/>
          <a:lstStyle/>
          <a:p>
            <a:pPr algn="l"/>
            <a:r>
              <a:rPr lang="en-US"/>
              <a:t>Meeks, E., &amp; Lu, S. (2018). Viz Palette [Web application]. </a:t>
            </a:r>
            <a:r>
              <a:rPr lang="en-US">
                <a:hlinkClick r:id="rId3"/>
              </a:rPr>
              <a:t>https://projects.susielu.com/viz-palette</a:t>
            </a:r>
            <a:r>
              <a:rPr lang="en-US"/>
              <a:t> </a:t>
            </a:r>
            <a:endParaRPr lang="en-US" dirty="0"/>
          </a:p>
        </p:txBody>
      </p:sp>
      <p:sp>
        <p:nvSpPr>
          <p:cNvPr id="9" name="Rounded Rectangle 8">
            <a:extLst>
              <a:ext uri="{FF2B5EF4-FFF2-40B4-BE49-F238E27FC236}">
                <a16:creationId xmlns:a16="http://schemas.microsoft.com/office/drawing/2014/main" id="{A92215E7-381F-EC8C-8B45-4F9163776584}"/>
              </a:ext>
            </a:extLst>
          </p:cNvPr>
          <p:cNvSpPr/>
          <p:nvPr/>
        </p:nvSpPr>
        <p:spPr>
          <a:xfrm>
            <a:off x="8473238" y="4816385"/>
            <a:ext cx="2068485" cy="1013926"/>
          </a:xfrm>
          <a:prstGeom prst="roundRect">
            <a:avLst>
              <a:gd name="adj" fmla="val 7971"/>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latin typeface="Tahoma" panose="020B0604030504040204" pitchFamily="34" charset="0"/>
                <a:ea typeface="Tahoma" panose="020B0604030504040204" pitchFamily="34" charset="0"/>
                <a:cs typeface="Tahoma" panose="020B0604030504040204" pitchFamily="34" charset="0"/>
              </a:rPr>
              <a:t>As viewed with Deuteranopia – sever red-green colorblindness</a:t>
            </a:r>
            <a:endParaRPr lang="en-US" sz="1500" b="1" dirty="0">
              <a:solidFill>
                <a:schemeClr val="accent6">
                  <a:lumMod val="20000"/>
                  <a:lumOff val="80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11" name="Picture 10">
            <a:extLst>
              <a:ext uri="{FF2B5EF4-FFF2-40B4-BE49-F238E27FC236}">
                <a16:creationId xmlns:a16="http://schemas.microsoft.com/office/drawing/2014/main" id="{9A59A0E0-AFC7-69FA-B75E-7B410645C6E2}"/>
              </a:ext>
            </a:extLst>
          </p:cNvPr>
          <p:cNvPicPr>
            <a:picLocks noChangeAspect="1"/>
          </p:cNvPicPr>
          <p:nvPr/>
        </p:nvPicPr>
        <p:blipFill>
          <a:blip r:embed="rId4"/>
          <a:stretch>
            <a:fillRect/>
          </a:stretch>
        </p:blipFill>
        <p:spPr>
          <a:xfrm>
            <a:off x="1363979" y="2354089"/>
            <a:ext cx="7101207" cy="2462296"/>
          </a:xfrm>
          <a:prstGeom prst="rect">
            <a:avLst/>
          </a:prstGeom>
        </p:spPr>
      </p:pic>
    </p:spTree>
    <p:extLst>
      <p:ext uri="{BB962C8B-B14F-4D97-AF65-F5344CB8AC3E}">
        <p14:creationId xmlns:p14="http://schemas.microsoft.com/office/powerpoint/2010/main" val="2982567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3961-8F17-A243-6974-16B4B7542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ADC16-047B-8FDC-03D5-A2B6C44639B6}"/>
              </a:ext>
            </a:extLst>
          </p:cNvPr>
          <p:cNvSpPr>
            <a:spLocks noGrp="1"/>
          </p:cNvSpPr>
          <p:nvPr>
            <p:ph type="title"/>
          </p:nvPr>
        </p:nvSpPr>
        <p:spPr/>
        <p:txBody>
          <a:bodyPr/>
          <a:lstStyle/>
          <a:p>
            <a:r>
              <a:rPr lang="en-US" dirty="0"/>
              <a:t>Choose a colorblind friendly color palette</a:t>
            </a:r>
          </a:p>
        </p:txBody>
      </p:sp>
      <p:pic>
        <p:nvPicPr>
          <p:cNvPr id="8" name="Picture 7">
            <a:extLst>
              <a:ext uri="{FF2B5EF4-FFF2-40B4-BE49-F238E27FC236}">
                <a16:creationId xmlns:a16="http://schemas.microsoft.com/office/drawing/2014/main" id="{9C9F655E-9926-D4B7-224D-FCB9F2AAE0DD}"/>
              </a:ext>
            </a:extLst>
          </p:cNvPr>
          <p:cNvPicPr>
            <a:picLocks noChangeAspect="1"/>
          </p:cNvPicPr>
          <p:nvPr/>
        </p:nvPicPr>
        <p:blipFill>
          <a:blip r:embed="rId2"/>
          <a:srcRect l="6630"/>
          <a:stretch>
            <a:fillRect/>
          </a:stretch>
        </p:blipFill>
        <p:spPr>
          <a:xfrm>
            <a:off x="8670325" y="2489200"/>
            <a:ext cx="1683833" cy="1879600"/>
          </a:xfrm>
          <a:prstGeom prst="rect">
            <a:avLst/>
          </a:prstGeom>
        </p:spPr>
      </p:pic>
      <p:sp>
        <p:nvSpPr>
          <p:cNvPr id="9" name="Footer Placeholder 9">
            <a:extLst>
              <a:ext uri="{FF2B5EF4-FFF2-40B4-BE49-F238E27FC236}">
                <a16:creationId xmlns:a16="http://schemas.microsoft.com/office/drawing/2014/main" id="{1BFA6BF4-E553-6100-E46E-DB4E1E819CD7}"/>
              </a:ext>
            </a:extLst>
          </p:cNvPr>
          <p:cNvSpPr>
            <a:spLocks noGrp="1"/>
          </p:cNvSpPr>
          <p:nvPr>
            <p:ph type="ftr" sz="quarter" idx="11"/>
          </p:nvPr>
        </p:nvSpPr>
        <p:spPr>
          <a:xfrm>
            <a:off x="838200" y="6356350"/>
            <a:ext cx="10515600" cy="365125"/>
          </a:xfrm>
        </p:spPr>
        <p:txBody>
          <a:bodyPr/>
          <a:lstStyle/>
          <a:p>
            <a:pPr algn="l"/>
            <a:r>
              <a:rPr lang="en-US"/>
              <a:t>Meeks, E., &amp; Lu, S. (2018). Viz Palette [Web application]. </a:t>
            </a:r>
            <a:r>
              <a:rPr lang="en-US">
                <a:hlinkClick r:id="rId3"/>
              </a:rPr>
              <a:t>https://projects.susielu.com/viz-palette</a:t>
            </a:r>
            <a:r>
              <a:rPr lang="en-US"/>
              <a:t> </a:t>
            </a:r>
            <a:endParaRPr lang="en-US" dirty="0"/>
          </a:p>
        </p:txBody>
      </p:sp>
      <p:sp>
        <p:nvSpPr>
          <p:cNvPr id="14" name="TextBox 13">
            <a:extLst>
              <a:ext uri="{FF2B5EF4-FFF2-40B4-BE49-F238E27FC236}">
                <a16:creationId xmlns:a16="http://schemas.microsoft.com/office/drawing/2014/main" id="{A284F54E-7D17-F571-F9ED-FB2A81A302FF}"/>
              </a:ext>
            </a:extLst>
          </p:cNvPr>
          <p:cNvSpPr txBox="1"/>
          <p:nvPr/>
        </p:nvSpPr>
        <p:spPr>
          <a:xfrm>
            <a:off x="8670325" y="4368800"/>
            <a:ext cx="6097088" cy="615553"/>
          </a:xfrm>
          <a:prstGeom prst="rect">
            <a:avLst/>
          </a:prstGeom>
          <a:noFill/>
        </p:spPr>
        <p:txBody>
          <a:bodyPr wrap="square">
            <a:spAutoFit/>
          </a:bodyPr>
          <a:lstStyle/>
          <a:p>
            <a:r>
              <a:rPr lang="en-US" sz="2000" dirty="0">
                <a:latin typeface="Inter Medium" panose="02000503000000020004" pitchFamily="2" charset="0"/>
                <a:ea typeface="Inter Medium" panose="02000503000000020004" pitchFamily="2" charset="0"/>
              </a:rPr>
              <a:t>Okabe-Ito </a:t>
            </a:r>
            <a:br>
              <a:rPr lang="en-US" sz="2000" dirty="0">
                <a:latin typeface="Inter Medium" panose="02000503000000020004" pitchFamily="2" charset="0"/>
                <a:ea typeface="Inter Medium" panose="02000503000000020004" pitchFamily="2" charset="0"/>
              </a:rPr>
            </a:br>
            <a:r>
              <a:rPr lang="en-US" sz="1400" dirty="0">
                <a:solidFill>
                  <a:schemeClr val="tx1">
                    <a:lumMod val="65000"/>
                    <a:lumOff val="35000"/>
                  </a:schemeClr>
                </a:solidFill>
                <a:latin typeface="Inter Medium" panose="02000503000000020004" pitchFamily="2" charset="0"/>
                <a:ea typeface="Inter Medium" panose="02000503000000020004" pitchFamily="2" charset="0"/>
              </a:rPr>
              <a:t>Color-Blind Friendly Palette</a:t>
            </a:r>
          </a:p>
        </p:txBody>
      </p:sp>
      <p:pic>
        <p:nvPicPr>
          <p:cNvPr id="16" name="Picture 15">
            <a:extLst>
              <a:ext uri="{FF2B5EF4-FFF2-40B4-BE49-F238E27FC236}">
                <a16:creationId xmlns:a16="http://schemas.microsoft.com/office/drawing/2014/main" id="{BA08C6A6-ADB8-45B0-15BF-DCF28D2D7D81}"/>
              </a:ext>
            </a:extLst>
          </p:cNvPr>
          <p:cNvPicPr>
            <a:picLocks noChangeAspect="1"/>
          </p:cNvPicPr>
          <p:nvPr/>
        </p:nvPicPr>
        <p:blipFill>
          <a:blip r:embed="rId4"/>
          <a:stretch>
            <a:fillRect/>
          </a:stretch>
        </p:blipFill>
        <p:spPr>
          <a:xfrm>
            <a:off x="1478613" y="2267313"/>
            <a:ext cx="7243834" cy="2467973"/>
          </a:xfrm>
          <a:prstGeom prst="rect">
            <a:avLst/>
          </a:prstGeom>
        </p:spPr>
      </p:pic>
    </p:spTree>
    <p:extLst>
      <p:ext uri="{BB962C8B-B14F-4D97-AF65-F5344CB8AC3E}">
        <p14:creationId xmlns:p14="http://schemas.microsoft.com/office/powerpoint/2010/main" val="214612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54D5C-F8FC-737F-7471-309D89D94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9038D-8903-51C3-A0FD-393B518D0B7A}"/>
              </a:ext>
            </a:extLst>
          </p:cNvPr>
          <p:cNvSpPr>
            <a:spLocks noGrp="1"/>
          </p:cNvSpPr>
          <p:nvPr>
            <p:ph type="title"/>
          </p:nvPr>
        </p:nvSpPr>
        <p:spPr/>
        <p:txBody>
          <a:bodyPr/>
          <a:lstStyle/>
          <a:p>
            <a:r>
              <a:rPr lang="en-US" dirty="0"/>
              <a:t>Choose a colorblind friendly color palette</a:t>
            </a:r>
          </a:p>
        </p:txBody>
      </p:sp>
      <p:pic>
        <p:nvPicPr>
          <p:cNvPr id="6" name="Picture 5">
            <a:extLst>
              <a:ext uri="{FF2B5EF4-FFF2-40B4-BE49-F238E27FC236}">
                <a16:creationId xmlns:a16="http://schemas.microsoft.com/office/drawing/2014/main" id="{C894C734-62BD-EC7D-3926-1820AE63A5A3}"/>
              </a:ext>
            </a:extLst>
          </p:cNvPr>
          <p:cNvPicPr>
            <a:picLocks noChangeAspect="1"/>
          </p:cNvPicPr>
          <p:nvPr/>
        </p:nvPicPr>
        <p:blipFill>
          <a:blip r:embed="rId2"/>
          <a:stretch>
            <a:fillRect/>
          </a:stretch>
        </p:blipFill>
        <p:spPr>
          <a:xfrm>
            <a:off x="8364583" y="2526943"/>
            <a:ext cx="1981200" cy="2095500"/>
          </a:xfrm>
          <a:prstGeom prst="rect">
            <a:avLst/>
          </a:prstGeom>
        </p:spPr>
      </p:pic>
      <p:sp>
        <p:nvSpPr>
          <p:cNvPr id="9" name="Footer Placeholder 9">
            <a:extLst>
              <a:ext uri="{FF2B5EF4-FFF2-40B4-BE49-F238E27FC236}">
                <a16:creationId xmlns:a16="http://schemas.microsoft.com/office/drawing/2014/main" id="{BCD03B99-BF25-91A7-9CCC-05FD98981E6F}"/>
              </a:ext>
            </a:extLst>
          </p:cNvPr>
          <p:cNvSpPr>
            <a:spLocks noGrp="1"/>
          </p:cNvSpPr>
          <p:nvPr>
            <p:ph type="ftr" sz="quarter" idx="11"/>
          </p:nvPr>
        </p:nvSpPr>
        <p:spPr>
          <a:xfrm>
            <a:off x="838200" y="6356350"/>
            <a:ext cx="10515600" cy="365125"/>
          </a:xfrm>
        </p:spPr>
        <p:txBody>
          <a:bodyPr/>
          <a:lstStyle/>
          <a:p>
            <a:pPr algn="l"/>
            <a:r>
              <a:rPr lang="en-US"/>
              <a:t>Meeks, E., &amp; Lu, S. (2018). Viz Palette [Web application]. </a:t>
            </a:r>
            <a:r>
              <a:rPr lang="en-US">
                <a:hlinkClick r:id="rId3"/>
              </a:rPr>
              <a:t>https://projects.susielu.com/viz-palette</a:t>
            </a:r>
            <a:r>
              <a:rPr lang="en-US"/>
              <a:t> </a:t>
            </a:r>
            <a:endParaRPr lang="en-US" dirty="0"/>
          </a:p>
        </p:txBody>
      </p:sp>
      <p:sp>
        <p:nvSpPr>
          <p:cNvPr id="11" name="Rounded Rectangle 10">
            <a:extLst>
              <a:ext uri="{FF2B5EF4-FFF2-40B4-BE49-F238E27FC236}">
                <a16:creationId xmlns:a16="http://schemas.microsoft.com/office/drawing/2014/main" id="{EB4877E8-689B-0E8B-986C-EC16ACB67BA9}"/>
              </a:ext>
            </a:extLst>
          </p:cNvPr>
          <p:cNvSpPr/>
          <p:nvPr/>
        </p:nvSpPr>
        <p:spPr>
          <a:xfrm>
            <a:off x="8473238" y="4816385"/>
            <a:ext cx="2068485" cy="1013926"/>
          </a:xfrm>
          <a:prstGeom prst="roundRect">
            <a:avLst>
              <a:gd name="adj" fmla="val 7971"/>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latin typeface="Tahoma" panose="020B0604030504040204" pitchFamily="34" charset="0"/>
                <a:ea typeface="Tahoma" panose="020B0604030504040204" pitchFamily="34" charset="0"/>
                <a:cs typeface="Tahoma" panose="020B0604030504040204" pitchFamily="34" charset="0"/>
              </a:rPr>
              <a:t>As viewed with Deuteranopia – sever red-green colorblindness</a:t>
            </a:r>
            <a:endParaRPr lang="en-US" sz="1500" b="1" dirty="0">
              <a:solidFill>
                <a:schemeClr val="accent6">
                  <a:lumMod val="20000"/>
                  <a:lumOff val="80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12" name="Picture 11">
            <a:extLst>
              <a:ext uri="{FF2B5EF4-FFF2-40B4-BE49-F238E27FC236}">
                <a16:creationId xmlns:a16="http://schemas.microsoft.com/office/drawing/2014/main" id="{412A3C6D-EF60-8F0A-D46E-741CDE2E5542}"/>
              </a:ext>
            </a:extLst>
          </p:cNvPr>
          <p:cNvPicPr>
            <a:picLocks noChangeAspect="1"/>
          </p:cNvPicPr>
          <p:nvPr/>
        </p:nvPicPr>
        <p:blipFill>
          <a:blip r:embed="rId4"/>
          <a:stretch>
            <a:fillRect/>
          </a:stretch>
        </p:blipFill>
        <p:spPr>
          <a:xfrm>
            <a:off x="1180666" y="2192114"/>
            <a:ext cx="7292572" cy="2624271"/>
          </a:xfrm>
          <a:prstGeom prst="rect">
            <a:avLst/>
          </a:prstGeom>
        </p:spPr>
      </p:pic>
    </p:spTree>
    <p:extLst>
      <p:ext uri="{BB962C8B-B14F-4D97-AF65-F5344CB8AC3E}">
        <p14:creationId xmlns:p14="http://schemas.microsoft.com/office/powerpoint/2010/main" val="1175936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0C7B-FA48-C236-C92A-90B302F0EB8B}"/>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Redundant coding</a:t>
            </a:r>
            <a:br>
              <a:rPr lang="en-US" dirty="0"/>
            </a:br>
            <a:r>
              <a:rPr lang="en-US" sz="2800" dirty="0">
                <a:latin typeface="Inter" panose="02000503000000020004" pitchFamily="2" charset="0"/>
                <a:ea typeface="Inter" panose="02000503000000020004" pitchFamily="2" charset="0"/>
              </a:rPr>
              <a:t>Visualizing data with multiple encodings aids interpretation</a:t>
            </a:r>
          </a:p>
        </p:txBody>
      </p:sp>
      <p:pic>
        <p:nvPicPr>
          <p:cNvPr id="4" name="Picture 3">
            <a:extLst>
              <a:ext uri="{FF2B5EF4-FFF2-40B4-BE49-F238E27FC236}">
                <a16:creationId xmlns:a16="http://schemas.microsoft.com/office/drawing/2014/main" id="{1255F756-76B4-AA77-CAD4-A8001A2242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7055" y="2054919"/>
            <a:ext cx="6597890" cy="4072136"/>
          </a:xfrm>
          <a:prstGeom prst="rect">
            <a:avLst/>
          </a:prstGeom>
        </p:spPr>
      </p:pic>
      <p:sp>
        <p:nvSpPr>
          <p:cNvPr id="5" name="Footer Placeholder 4">
            <a:extLst>
              <a:ext uri="{FF2B5EF4-FFF2-40B4-BE49-F238E27FC236}">
                <a16:creationId xmlns:a16="http://schemas.microsoft.com/office/drawing/2014/main" id="{F3F67C54-AAF9-1431-707B-69BB91855601}"/>
              </a:ext>
            </a:extLst>
          </p:cNvPr>
          <p:cNvSpPr>
            <a:spLocks noGrp="1"/>
          </p:cNvSpPr>
          <p:nvPr>
            <p:ph type="ftr" sz="quarter" idx="11"/>
          </p:nvPr>
        </p:nvSpPr>
        <p:spPr/>
        <p:txBody>
          <a:bodyPr/>
          <a:lstStyle/>
          <a:p>
            <a:pPr algn="l"/>
            <a:r>
              <a:rPr lang="en-US"/>
              <a:t>Figure 20.1 from Claus O. Wilke, Fundamentals of Data Visualization (O’Reilly, 2019), </a:t>
            </a:r>
            <a:r>
              <a:rPr lang="en-US">
                <a:hlinkClick r:id="rId3"/>
              </a:rPr>
              <a:t>https://clauswilke.com/dataviz/redundant-coding.html</a:t>
            </a:r>
            <a:r>
              <a:rPr lang="en-US"/>
              <a:t>. Licensed under CC BY-NC-ND 4.0. Not modified.</a:t>
            </a:r>
            <a:endParaRPr lang="en-US" dirty="0"/>
          </a:p>
        </p:txBody>
      </p:sp>
    </p:spTree>
    <p:extLst>
      <p:ext uri="{BB962C8B-B14F-4D97-AF65-F5344CB8AC3E}">
        <p14:creationId xmlns:p14="http://schemas.microsoft.com/office/powerpoint/2010/main" val="33940723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9AB31-9D7E-5966-7E30-DE425E423359}"/>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3C7A9B7-F5ED-0030-7ACE-1D73EFC07D1C}"/>
              </a:ext>
            </a:extLst>
          </p:cNvPr>
          <p:cNvSpPr>
            <a:spLocks noGrp="1"/>
          </p:cNvSpPr>
          <p:nvPr>
            <p:ph type="ftr" sz="quarter" idx="11"/>
          </p:nvPr>
        </p:nvSpPr>
        <p:spPr/>
        <p:txBody>
          <a:bodyPr/>
          <a:lstStyle/>
          <a:p>
            <a:pPr algn="l"/>
            <a:r>
              <a:rPr lang="en-US"/>
              <a:t>Figure 20.4 from Claus O. Wilke, Fundamentals of Data Visualization (O’Reilly, 2019), </a:t>
            </a:r>
            <a:r>
              <a:rPr lang="en-US">
                <a:hlinkClick r:id="rId2"/>
              </a:rPr>
              <a:t>https://clauswilke.com/dataviz/redundant-coding.html</a:t>
            </a:r>
            <a:r>
              <a:rPr lang="en-US"/>
              <a:t>. Licensed under CC BY-NC-ND 4.0. Not modified.</a:t>
            </a:r>
            <a:endParaRPr lang="en-US" dirty="0"/>
          </a:p>
        </p:txBody>
      </p:sp>
      <p:pic>
        <p:nvPicPr>
          <p:cNvPr id="8" name="Picture 7">
            <a:extLst>
              <a:ext uri="{FF2B5EF4-FFF2-40B4-BE49-F238E27FC236}">
                <a16:creationId xmlns:a16="http://schemas.microsoft.com/office/drawing/2014/main" id="{D402D825-084A-F429-4FAA-FCEDFF5D0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9140" y="464505"/>
            <a:ext cx="8440122" cy="5568912"/>
          </a:xfrm>
          <a:prstGeom prst="rect">
            <a:avLst/>
          </a:prstGeom>
        </p:spPr>
      </p:pic>
    </p:spTree>
    <p:extLst>
      <p:ext uri="{BB962C8B-B14F-4D97-AF65-F5344CB8AC3E}">
        <p14:creationId xmlns:p14="http://schemas.microsoft.com/office/powerpoint/2010/main" val="885442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125C4-D2A4-CBDE-BCB4-D96CB79F1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7234B9-193E-0AA8-53D5-02EF2BF58A4F}"/>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Redundant coding</a:t>
            </a:r>
            <a:br>
              <a:rPr lang="en-US" dirty="0"/>
            </a:br>
            <a:r>
              <a:rPr lang="en-US" sz="2800" dirty="0">
                <a:latin typeface="Inter" panose="02000503000000020004" pitchFamily="2" charset="0"/>
                <a:ea typeface="Inter" panose="02000503000000020004" pitchFamily="2" charset="0"/>
              </a:rPr>
              <a:t>Visualizing data with multiple encodings aids interpretation</a:t>
            </a:r>
          </a:p>
        </p:txBody>
      </p:sp>
      <p:sp>
        <p:nvSpPr>
          <p:cNvPr id="5" name="Footer Placeholder 4">
            <a:extLst>
              <a:ext uri="{FF2B5EF4-FFF2-40B4-BE49-F238E27FC236}">
                <a16:creationId xmlns:a16="http://schemas.microsoft.com/office/drawing/2014/main" id="{5BEE05AF-4720-88E2-85C2-ADC3313D4313}"/>
              </a:ext>
            </a:extLst>
          </p:cNvPr>
          <p:cNvSpPr>
            <a:spLocks noGrp="1"/>
          </p:cNvSpPr>
          <p:nvPr>
            <p:ph type="ftr" sz="quarter" idx="11"/>
          </p:nvPr>
        </p:nvSpPr>
        <p:spPr/>
        <p:txBody>
          <a:bodyPr/>
          <a:lstStyle/>
          <a:p>
            <a:pPr algn="l"/>
            <a:r>
              <a:rPr lang="en-US"/>
              <a:t>Figure 20.3 from Claus O. Wilke, Fundamentals of Data Visualization (O’Reilly, 2019), </a:t>
            </a:r>
            <a:r>
              <a:rPr lang="en-US">
                <a:hlinkClick r:id="rId2"/>
              </a:rPr>
              <a:t>https://clauswilke.com/dataviz/redundant-coding.html</a:t>
            </a:r>
            <a:r>
              <a:rPr lang="en-US"/>
              <a:t>. Licensed under CC BY-NC-ND 4.0. Not modified.</a:t>
            </a:r>
            <a:endParaRPr lang="en-US" dirty="0"/>
          </a:p>
        </p:txBody>
      </p:sp>
      <p:pic>
        <p:nvPicPr>
          <p:cNvPr id="6" name="Picture 5">
            <a:extLst>
              <a:ext uri="{FF2B5EF4-FFF2-40B4-BE49-F238E27FC236}">
                <a16:creationId xmlns:a16="http://schemas.microsoft.com/office/drawing/2014/main" id="{ED814347-AC79-AAC8-D831-E05AE4772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6111" y="1825625"/>
            <a:ext cx="7099778" cy="4381894"/>
          </a:xfrm>
          <a:prstGeom prst="rect">
            <a:avLst/>
          </a:prstGeom>
        </p:spPr>
      </p:pic>
    </p:spTree>
    <p:extLst>
      <p:ext uri="{BB962C8B-B14F-4D97-AF65-F5344CB8AC3E}">
        <p14:creationId xmlns:p14="http://schemas.microsoft.com/office/powerpoint/2010/main" val="2007437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81120-D857-1608-3329-8340A4CA6909}"/>
              </a:ext>
            </a:extLst>
          </p:cNvPr>
          <p:cNvSpPr>
            <a:spLocks noGrp="1"/>
          </p:cNvSpPr>
          <p:nvPr>
            <p:ph type="title"/>
          </p:nvPr>
        </p:nvSpPr>
        <p:spPr/>
        <p:txBody>
          <a:bodyPr/>
          <a:lstStyle/>
          <a:p>
            <a:r>
              <a:rPr lang="en-US" dirty="0"/>
              <a:t>With dense data, use strong visual boundaries</a:t>
            </a:r>
          </a:p>
        </p:txBody>
      </p:sp>
      <p:sp>
        <p:nvSpPr>
          <p:cNvPr id="6" name="Footer Placeholder 5">
            <a:extLst>
              <a:ext uri="{FF2B5EF4-FFF2-40B4-BE49-F238E27FC236}">
                <a16:creationId xmlns:a16="http://schemas.microsoft.com/office/drawing/2014/main" id="{CA1F4038-73FE-E1DE-E5F7-DE656F2C3E6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82000"/>
                  </a:prstClr>
                </a:solidFill>
                <a:effectLst/>
                <a:uLnTx/>
                <a:uFillTx/>
                <a:latin typeface="Inter" panose="02000503000000020004" pitchFamily="2" charset="0"/>
                <a:ea typeface="Inter" panose="02000503000000020004" pitchFamily="2" charset="0"/>
                <a:cs typeface="+mn-cs"/>
              </a:rPr>
              <a:t>N. P. Rougier, M. Droettboom, and P. E. Bourne, “Ten Simple Rules for Better Figures,” PLOS Computational Biology, vol. 10, no. 9, p. e1003833, Sep. 2014, doi: 10.1371/journal.pcbi.1003833.</a:t>
            </a:r>
            <a:endParaRPr kumimoji="0" lang="en-US" sz="1200" b="0" i="0" u="none" strike="noStrike" kern="1200" cap="none" spc="0" normalizeH="0" baseline="0" noProof="0" dirty="0">
              <a:ln>
                <a:noFill/>
              </a:ln>
              <a:solidFill>
                <a:prstClr val="black">
                  <a:tint val="82000"/>
                </a:prstClr>
              </a:solidFill>
              <a:effectLst/>
              <a:uLnTx/>
              <a:uFillTx/>
              <a:latin typeface="Inter" panose="02000503000000020004" pitchFamily="2" charset="0"/>
              <a:ea typeface="Inter" panose="02000503000000020004" pitchFamily="2" charset="0"/>
              <a:cs typeface="+mn-cs"/>
            </a:endParaRPr>
          </a:p>
        </p:txBody>
      </p:sp>
      <p:pic>
        <p:nvPicPr>
          <p:cNvPr id="7" name="Picture 6">
            <a:extLst>
              <a:ext uri="{FF2B5EF4-FFF2-40B4-BE49-F238E27FC236}">
                <a16:creationId xmlns:a16="http://schemas.microsoft.com/office/drawing/2014/main" id="{28C76A1E-130A-1AC7-0551-37198C474DB2}"/>
              </a:ext>
            </a:extLst>
          </p:cNvPr>
          <p:cNvPicPr>
            <a:picLocks noChangeAspect="1"/>
          </p:cNvPicPr>
          <p:nvPr/>
        </p:nvPicPr>
        <p:blipFill>
          <a:blip r:embed="rId2"/>
          <a:stretch>
            <a:fillRect/>
          </a:stretch>
        </p:blipFill>
        <p:spPr>
          <a:xfrm>
            <a:off x="583095" y="3070728"/>
            <a:ext cx="11025810" cy="1366270"/>
          </a:xfrm>
          <a:prstGeom prst="rect">
            <a:avLst/>
          </a:prstGeom>
        </p:spPr>
      </p:pic>
      <p:sp>
        <p:nvSpPr>
          <p:cNvPr id="9" name="TextBox 8">
            <a:extLst>
              <a:ext uri="{FF2B5EF4-FFF2-40B4-BE49-F238E27FC236}">
                <a16:creationId xmlns:a16="http://schemas.microsoft.com/office/drawing/2014/main" id="{841F94E4-8DCC-C328-F748-412830E573E4}"/>
              </a:ext>
            </a:extLst>
          </p:cNvPr>
          <p:cNvSpPr txBox="1"/>
          <p:nvPr/>
        </p:nvSpPr>
        <p:spPr>
          <a:xfrm>
            <a:off x="708991" y="2545806"/>
            <a:ext cx="35383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8E8E8">
                    <a:lumMod val="25000"/>
                  </a:srgbClr>
                </a:solidFill>
                <a:effectLst/>
                <a:uLnTx/>
                <a:uFillTx/>
                <a:latin typeface="Inter" panose="02000503000000020004" pitchFamily="2" charset="0"/>
                <a:ea typeface="Inter" panose="02000503000000020004" pitchFamily="2" charset="0"/>
                <a:cs typeface="Arial" panose="020B0604020202020204" pitchFamily="34" charset="0"/>
              </a:rPr>
              <a:t>Weak visual boundaries</a:t>
            </a:r>
          </a:p>
        </p:txBody>
      </p:sp>
    </p:spTree>
    <p:extLst>
      <p:ext uri="{BB962C8B-B14F-4D97-AF65-F5344CB8AC3E}">
        <p14:creationId xmlns:p14="http://schemas.microsoft.com/office/powerpoint/2010/main" val="526096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31E0B-F5BF-F212-C265-7D2581613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A85166-B393-C3A2-067F-8723CA3C4F9A}"/>
              </a:ext>
            </a:extLst>
          </p:cNvPr>
          <p:cNvSpPr>
            <a:spLocks noGrp="1"/>
          </p:cNvSpPr>
          <p:nvPr>
            <p:ph type="title"/>
          </p:nvPr>
        </p:nvSpPr>
        <p:spPr/>
        <p:txBody>
          <a:bodyPr/>
          <a:lstStyle/>
          <a:p>
            <a:r>
              <a:rPr lang="en-US" dirty="0"/>
              <a:t>With dense data, use strong visual boundaries</a:t>
            </a:r>
          </a:p>
        </p:txBody>
      </p:sp>
      <p:sp>
        <p:nvSpPr>
          <p:cNvPr id="6" name="Footer Placeholder 5">
            <a:extLst>
              <a:ext uri="{FF2B5EF4-FFF2-40B4-BE49-F238E27FC236}">
                <a16:creationId xmlns:a16="http://schemas.microsoft.com/office/drawing/2014/main" id="{967ED57E-0117-407A-76E6-C2410EEF979E}"/>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82000"/>
                  </a:prstClr>
                </a:solidFill>
                <a:effectLst/>
                <a:uLnTx/>
                <a:uFillTx/>
                <a:latin typeface="Inter" panose="02000503000000020004" pitchFamily="2" charset="0"/>
                <a:ea typeface="Inter" panose="02000503000000020004" pitchFamily="2" charset="0"/>
                <a:cs typeface="+mn-cs"/>
              </a:rPr>
              <a:t>N. P. Rougier, M. Droettboom, and P. E. Bourne, “Ten Simple Rules for Better Figures,” PLOS Computational Biology, vol. 10, no. 9, p. e1003833, Sep. 2014, doi: 10.1371/journal.pcbi.1003833.</a:t>
            </a:r>
            <a:endParaRPr kumimoji="0" lang="en-US" sz="1200" b="0" i="0" u="none" strike="noStrike" kern="1200" cap="none" spc="0" normalizeH="0" baseline="0" noProof="0" dirty="0">
              <a:ln>
                <a:noFill/>
              </a:ln>
              <a:solidFill>
                <a:prstClr val="black">
                  <a:tint val="82000"/>
                </a:prstClr>
              </a:solidFill>
              <a:effectLst/>
              <a:uLnTx/>
              <a:uFillTx/>
              <a:latin typeface="Inter" panose="02000503000000020004" pitchFamily="2" charset="0"/>
              <a:ea typeface="Inter" panose="02000503000000020004" pitchFamily="2" charset="0"/>
              <a:cs typeface="+mn-cs"/>
            </a:endParaRPr>
          </a:p>
        </p:txBody>
      </p:sp>
      <p:pic>
        <p:nvPicPr>
          <p:cNvPr id="8" name="Picture 7">
            <a:extLst>
              <a:ext uri="{FF2B5EF4-FFF2-40B4-BE49-F238E27FC236}">
                <a16:creationId xmlns:a16="http://schemas.microsoft.com/office/drawing/2014/main" id="{23440882-724B-DAE8-0E53-364E2F967BB2}"/>
              </a:ext>
            </a:extLst>
          </p:cNvPr>
          <p:cNvPicPr>
            <a:picLocks noChangeAspect="1"/>
          </p:cNvPicPr>
          <p:nvPr/>
        </p:nvPicPr>
        <p:blipFill>
          <a:blip r:embed="rId2"/>
          <a:srcRect t="4771"/>
          <a:stretch>
            <a:fillRect/>
          </a:stretch>
        </p:blipFill>
        <p:spPr>
          <a:xfrm>
            <a:off x="708991" y="2942937"/>
            <a:ext cx="10774017" cy="1374508"/>
          </a:xfrm>
          <a:prstGeom prst="rect">
            <a:avLst/>
          </a:prstGeom>
        </p:spPr>
      </p:pic>
      <p:sp>
        <p:nvSpPr>
          <p:cNvPr id="10" name="TextBox 9">
            <a:extLst>
              <a:ext uri="{FF2B5EF4-FFF2-40B4-BE49-F238E27FC236}">
                <a16:creationId xmlns:a16="http://schemas.microsoft.com/office/drawing/2014/main" id="{338BEE28-6167-E3E5-7043-99E4BD6EFD9F}"/>
              </a:ext>
            </a:extLst>
          </p:cNvPr>
          <p:cNvSpPr txBox="1"/>
          <p:nvPr/>
        </p:nvSpPr>
        <p:spPr>
          <a:xfrm>
            <a:off x="708991" y="2498449"/>
            <a:ext cx="35383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7E2504"/>
                </a:solidFill>
                <a:effectLst/>
                <a:uLnTx/>
                <a:uFillTx/>
                <a:latin typeface="Inter" panose="02000503000000020004" pitchFamily="2" charset="0"/>
                <a:ea typeface="Inter" panose="02000503000000020004" pitchFamily="2" charset="0"/>
                <a:cs typeface="Arial" panose="020B0604020202020204" pitchFamily="34" charset="0"/>
              </a:rPr>
              <a:t>Strong </a:t>
            </a:r>
            <a:r>
              <a:rPr kumimoji="0" lang="en-US" sz="1800" b="1" i="0" u="none" strike="noStrike" kern="1200" cap="none" spc="0" normalizeH="0" baseline="0" noProof="0" dirty="0">
                <a:ln>
                  <a:noFill/>
                </a:ln>
                <a:solidFill>
                  <a:srgbClr val="E8E8E8">
                    <a:lumMod val="25000"/>
                  </a:srgbClr>
                </a:solidFill>
                <a:effectLst/>
                <a:uLnTx/>
                <a:uFillTx/>
                <a:latin typeface="Inter" panose="02000503000000020004" pitchFamily="2" charset="0"/>
                <a:ea typeface="Inter" panose="02000503000000020004" pitchFamily="2" charset="0"/>
                <a:cs typeface="Arial" panose="020B0604020202020204" pitchFamily="34" charset="0"/>
              </a:rPr>
              <a:t>visual boundaries</a:t>
            </a:r>
          </a:p>
        </p:txBody>
      </p:sp>
    </p:spTree>
    <p:extLst>
      <p:ext uri="{BB962C8B-B14F-4D97-AF65-F5344CB8AC3E}">
        <p14:creationId xmlns:p14="http://schemas.microsoft.com/office/powerpoint/2010/main" val="1726915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502D9-1428-D1AD-111C-21527AC56D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9BEEE-3F83-127B-77C0-A6FD63C90A91}"/>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Legend Order</a:t>
            </a:r>
            <a:br>
              <a:rPr lang="en-US" dirty="0"/>
            </a:br>
            <a:r>
              <a:rPr lang="en-US" sz="2800" dirty="0">
                <a:latin typeface="Inter" panose="02000503000000020004" pitchFamily="2" charset="0"/>
                <a:ea typeface="Inter" panose="02000503000000020004" pitchFamily="2" charset="0"/>
              </a:rPr>
              <a:t>Legend order should follow data order</a:t>
            </a:r>
          </a:p>
        </p:txBody>
      </p:sp>
      <p:sp>
        <p:nvSpPr>
          <p:cNvPr id="5" name="Footer Placeholder 4">
            <a:extLst>
              <a:ext uri="{FF2B5EF4-FFF2-40B4-BE49-F238E27FC236}">
                <a16:creationId xmlns:a16="http://schemas.microsoft.com/office/drawing/2014/main" id="{65B7E9E8-79B9-036F-92E0-F39467E38CCD}"/>
              </a:ext>
            </a:extLst>
          </p:cNvPr>
          <p:cNvSpPr>
            <a:spLocks noGrp="1"/>
          </p:cNvSpPr>
          <p:nvPr>
            <p:ph type="ftr" sz="quarter" idx="11"/>
          </p:nvPr>
        </p:nvSpPr>
        <p:spPr/>
        <p:txBody>
          <a:bodyPr/>
          <a:lstStyle/>
          <a:p>
            <a:pPr algn="l"/>
            <a:r>
              <a:rPr lang="en-US"/>
              <a:t>Figure 20.5 from Claus O. Wilke, Fundamentals of Data Visualization (O’Reilly, 2019), </a:t>
            </a:r>
            <a:r>
              <a:rPr lang="en-US">
                <a:hlinkClick r:id="rId2"/>
              </a:rPr>
              <a:t>https://clauswilke.com/dataviz/redundant-coding.html</a:t>
            </a:r>
            <a:r>
              <a:rPr lang="en-US"/>
              <a:t>. Licensed under CC BY-NC-ND 4.0. Not modified.</a:t>
            </a:r>
            <a:endParaRPr lang="en-US" dirty="0"/>
          </a:p>
        </p:txBody>
      </p:sp>
      <p:pic>
        <p:nvPicPr>
          <p:cNvPr id="4" name="Picture 3" descr="Stock price over time for four major tech companies. The stock price for each company has been normalized to equal 100 in June 2012. This figure is labeled as “bad” because it takes considerable mental energy to match the company names in the legend to the data curves. Data source: Yahoo Finance">
            <a:extLst>
              <a:ext uri="{FF2B5EF4-FFF2-40B4-BE49-F238E27FC236}">
                <a16:creationId xmlns:a16="http://schemas.microsoft.com/office/drawing/2014/main" id="{9D90D856-751E-2D53-88D8-887E816A438C}"/>
              </a:ext>
            </a:extLst>
          </p:cNvPr>
          <p:cNvPicPr>
            <a:picLocks noChangeAspect="1"/>
          </p:cNvPicPr>
          <p:nvPr/>
        </p:nvPicPr>
        <p:blipFill>
          <a:blip r:embed="rId3"/>
          <a:stretch>
            <a:fillRect/>
          </a:stretch>
        </p:blipFill>
        <p:spPr>
          <a:xfrm>
            <a:off x="2446015" y="1671138"/>
            <a:ext cx="7315200" cy="4508500"/>
          </a:xfrm>
          <a:prstGeom prst="rect">
            <a:avLst/>
          </a:prstGeom>
        </p:spPr>
      </p:pic>
    </p:spTree>
    <p:extLst>
      <p:ext uri="{BB962C8B-B14F-4D97-AF65-F5344CB8AC3E}">
        <p14:creationId xmlns:p14="http://schemas.microsoft.com/office/powerpoint/2010/main" val="11835736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D0A85-3223-30BF-6027-BDF7D80B2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92CE9-2D11-9688-4B76-C8BE9E267680}"/>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Legend Order</a:t>
            </a:r>
            <a:br>
              <a:rPr lang="en-US" dirty="0"/>
            </a:br>
            <a:r>
              <a:rPr lang="en-US" sz="2800" dirty="0">
                <a:latin typeface="Inter" panose="02000503000000020004" pitchFamily="2" charset="0"/>
                <a:ea typeface="Inter" panose="02000503000000020004" pitchFamily="2" charset="0"/>
              </a:rPr>
              <a:t>Legend order should follow data order</a:t>
            </a:r>
          </a:p>
        </p:txBody>
      </p:sp>
      <p:sp>
        <p:nvSpPr>
          <p:cNvPr id="5" name="Footer Placeholder 4">
            <a:extLst>
              <a:ext uri="{FF2B5EF4-FFF2-40B4-BE49-F238E27FC236}">
                <a16:creationId xmlns:a16="http://schemas.microsoft.com/office/drawing/2014/main" id="{F05EC005-7836-5658-8A32-0D7DDF250F46}"/>
              </a:ext>
            </a:extLst>
          </p:cNvPr>
          <p:cNvSpPr>
            <a:spLocks noGrp="1"/>
          </p:cNvSpPr>
          <p:nvPr>
            <p:ph type="ftr" sz="quarter" idx="11"/>
          </p:nvPr>
        </p:nvSpPr>
        <p:spPr/>
        <p:txBody>
          <a:bodyPr/>
          <a:lstStyle/>
          <a:p>
            <a:pPr algn="l"/>
            <a:r>
              <a:rPr lang="en-US"/>
              <a:t>Figure 20.6 from Claus O. Wilke, Fundamentals of Data Visualization (O’Reilly, 2019), </a:t>
            </a:r>
            <a:r>
              <a:rPr lang="en-US">
                <a:hlinkClick r:id="rId2"/>
              </a:rPr>
              <a:t>https://clauswilke.com/dataviz/redundant-coding.html</a:t>
            </a:r>
            <a:r>
              <a:rPr lang="en-US"/>
              <a:t>. Licensed under CC BY-NC-ND 4.0. Not modified.</a:t>
            </a:r>
            <a:endParaRPr lang="en-US" dirty="0"/>
          </a:p>
        </p:txBody>
      </p:sp>
      <p:pic>
        <p:nvPicPr>
          <p:cNvPr id="3" name="Picture 2" descr="Stock price over time for four major tech companies. The stock price for each company has been normalized to equal 100 in June 2012. Data source: Yahoo Finance">
            <a:extLst>
              <a:ext uri="{FF2B5EF4-FFF2-40B4-BE49-F238E27FC236}">
                <a16:creationId xmlns:a16="http://schemas.microsoft.com/office/drawing/2014/main" id="{2F4B0704-835F-28BD-9067-248A5DD9C6FC}"/>
              </a:ext>
            </a:extLst>
          </p:cNvPr>
          <p:cNvPicPr>
            <a:picLocks noChangeAspect="1"/>
          </p:cNvPicPr>
          <p:nvPr/>
        </p:nvPicPr>
        <p:blipFill>
          <a:blip r:embed="rId3"/>
          <a:stretch>
            <a:fillRect/>
          </a:stretch>
        </p:blipFill>
        <p:spPr>
          <a:xfrm>
            <a:off x="2438400" y="1664606"/>
            <a:ext cx="7315200" cy="4508500"/>
          </a:xfrm>
          <a:prstGeom prst="rect">
            <a:avLst/>
          </a:prstGeom>
        </p:spPr>
      </p:pic>
    </p:spTree>
    <p:extLst>
      <p:ext uri="{BB962C8B-B14F-4D97-AF65-F5344CB8AC3E}">
        <p14:creationId xmlns:p14="http://schemas.microsoft.com/office/powerpoint/2010/main" val="9419662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E6E1C-FD5A-B089-1F9F-98546BADC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CE23-7C1E-1EB8-E89D-D678DC59EB9F}"/>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Direct labeling</a:t>
            </a:r>
            <a:br>
              <a:rPr lang="en-US" dirty="0"/>
            </a:br>
            <a:r>
              <a:rPr lang="en-US" sz="2800" dirty="0">
                <a:latin typeface="Inter" panose="02000503000000020004" pitchFamily="2" charset="0"/>
                <a:ea typeface="Inter" panose="02000503000000020004" pitchFamily="2" charset="0"/>
              </a:rPr>
              <a:t>When possible, design figures so they don’t need a legend</a:t>
            </a:r>
          </a:p>
        </p:txBody>
      </p:sp>
      <p:sp>
        <p:nvSpPr>
          <p:cNvPr id="5" name="Footer Placeholder 4">
            <a:extLst>
              <a:ext uri="{FF2B5EF4-FFF2-40B4-BE49-F238E27FC236}">
                <a16:creationId xmlns:a16="http://schemas.microsoft.com/office/drawing/2014/main" id="{FFCCE131-0CF8-DEAC-F52A-E676EB4B983E}"/>
              </a:ext>
            </a:extLst>
          </p:cNvPr>
          <p:cNvSpPr>
            <a:spLocks noGrp="1"/>
          </p:cNvSpPr>
          <p:nvPr>
            <p:ph type="ftr" sz="quarter" idx="11"/>
          </p:nvPr>
        </p:nvSpPr>
        <p:spPr/>
        <p:txBody>
          <a:bodyPr/>
          <a:lstStyle/>
          <a:p>
            <a:pPr algn="l"/>
            <a:r>
              <a:rPr lang="en-US"/>
              <a:t>Figure 20.8 from Claus O. Wilke, Fundamentals of Data Visualization (O’Reilly, 2019), </a:t>
            </a:r>
            <a:r>
              <a:rPr lang="en-US">
                <a:hlinkClick r:id="rId2"/>
              </a:rPr>
              <a:t>https://clauswilke.com/dataviz/redundant-coding.html</a:t>
            </a:r>
            <a:r>
              <a:rPr lang="en-US"/>
              <a:t>. Licensed under CC BY-NC-ND 4.0. Not modified.</a:t>
            </a:r>
            <a:endParaRPr lang="en-US" dirty="0"/>
          </a:p>
        </p:txBody>
      </p:sp>
      <p:pic>
        <p:nvPicPr>
          <p:cNvPr id="4" name="Picture 3" descr="Stock price over time for four major tech companies. The stock price for each company has been normalized to equal 100 in June 2012. Data source: Yahoo Finance">
            <a:extLst>
              <a:ext uri="{FF2B5EF4-FFF2-40B4-BE49-F238E27FC236}">
                <a16:creationId xmlns:a16="http://schemas.microsoft.com/office/drawing/2014/main" id="{66880E5C-04F2-D60A-3A50-F913338B3D77}"/>
              </a:ext>
            </a:extLst>
          </p:cNvPr>
          <p:cNvPicPr>
            <a:picLocks noChangeAspect="1"/>
          </p:cNvPicPr>
          <p:nvPr/>
        </p:nvPicPr>
        <p:blipFill>
          <a:blip r:embed="rId3"/>
          <a:stretch>
            <a:fillRect/>
          </a:stretch>
        </p:blipFill>
        <p:spPr>
          <a:xfrm>
            <a:off x="2484120" y="1758360"/>
            <a:ext cx="7315200" cy="4508500"/>
          </a:xfrm>
          <a:prstGeom prst="rect">
            <a:avLst/>
          </a:prstGeom>
        </p:spPr>
      </p:pic>
    </p:spTree>
    <p:extLst>
      <p:ext uri="{BB962C8B-B14F-4D97-AF65-F5344CB8AC3E}">
        <p14:creationId xmlns:p14="http://schemas.microsoft.com/office/powerpoint/2010/main" val="22413613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276D0-3410-634B-A603-C61E9A6D8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8574F-18F9-86BB-8AC0-F217D415F37E}"/>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Direct labeling</a:t>
            </a:r>
            <a:br>
              <a:rPr lang="en-US" dirty="0"/>
            </a:br>
            <a:r>
              <a:rPr lang="en-US" sz="2800" dirty="0">
                <a:latin typeface="Inter" panose="02000503000000020004" pitchFamily="2" charset="0"/>
                <a:ea typeface="Inter" panose="02000503000000020004" pitchFamily="2" charset="0"/>
              </a:rPr>
              <a:t>When possible, design figures so they don’t need a legend</a:t>
            </a:r>
          </a:p>
        </p:txBody>
      </p:sp>
      <p:sp>
        <p:nvSpPr>
          <p:cNvPr id="5" name="Footer Placeholder 4">
            <a:extLst>
              <a:ext uri="{FF2B5EF4-FFF2-40B4-BE49-F238E27FC236}">
                <a16:creationId xmlns:a16="http://schemas.microsoft.com/office/drawing/2014/main" id="{D75B7231-BCF9-CA6E-026A-886DBF1F3009}"/>
              </a:ext>
            </a:extLst>
          </p:cNvPr>
          <p:cNvSpPr>
            <a:spLocks noGrp="1"/>
          </p:cNvSpPr>
          <p:nvPr>
            <p:ph type="ftr" sz="quarter" idx="11"/>
          </p:nvPr>
        </p:nvSpPr>
        <p:spPr/>
        <p:txBody>
          <a:bodyPr/>
          <a:lstStyle/>
          <a:p>
            <a:pPr algn="l"/>
            <a:r>
              <a:rPr lang="en-US"/>
              <a:t>Figure 20.9 from Claus O. Wilke, Fundamentals of Data Visualization (O’Reilly, 2019), </a:t>
            </a:r>
            <a:r>
              <a:rPr lang="en-US">
                <a:hlinkClick r:id="rId2"/>
              </a:rPr>
              <a:t>https://clauswilke.com/dataviz/redundant-coding.html</a:t>
            </a:r>
            <a:r>
              <a:rPr lang="en-US"/>
              <a:t>. Licensed under CC BY-NC-ND 4.0. Not modified.</a:t>
            </a:r>
            <a:endParaRPr lang="en-US" dirty="0"/>
          </a:p>
        </p:txBody>
      </p:sp>
      <p:pic>
        <p:nvPicPr>
          <p:cNvPr id="3" name="Picture 2" descr="Sepal width versus sepal length for three different iris species. I have removed the background grid from this figure because otherwise the figure was becoming too busy.">
            <a:extLst>
              <a:ext uri="{FF2B5EF4-FFF2-40B4-BE49-F238E27FC236}">
                <a16:creationId xmlns:a16="http://schemas.microsoft.com/office/drawing/2014/main" id="{BBF0209D-43B7-D4BA-65D3-807B103CDC23}"/>
              </a:ext>
            </a:extLst>
          </p:cNvPr>
          <p:cNvPicPr>
            <a:picLocks noChangeAspect="1"/>
          </p:cNvPicPr>
          <p:nvPr/>
        </p:nvPicPr>
        <p:blipFill>
          <a:blip r:embed="rId3"/>
          <a:stretch>
            <a:fillRect/>
          </a:stretch>
        </p:blipFill>
        <p:spPr>
          <a:xfrm>
            <a:off x="3560989" y="1937993"/>
            <a:ext cx="5070022" cy="4058317"/>
          </a:xfrm>
          <a:prstGeom prst="rect">
            <a:avLst/>
          </a:prstGeom>
        </p:spPr>
      </p:pic>
    </p:spTree>
    <p:extLst>
      <p:ext uri="{BB962C8B-B14F-4D97-AF65-F5344CB8AC3E}">
        <p14:creationId xmlns:p14="http://schemas.microsoft.com/office/powerpoint/2010/main" val="30221389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C82F6-7CC8-CEC8-24B5-6C5ED2AD3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DD109-FB5C-C7A7-28FF-D969734B441B}"/>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Direct labeling</a:t>
            </a:r>
            <a:br>
              <a:rPr lang="en-US" dirty="0"/>
            </a:br>
            <a:r>
              <a:rPr lang="en-US" sz="2800" dirty="0">
                <a:latin typeface="Inter" panose="02000503000000020004" pitchFamily="2" charset="0"/>
                <a:ea typeface="Inter" panose="02000503000000020004" pitchFamily="2" charset="0"/>
              </a:rPr>
              <a:t>Gridlines are not always necessary</a:t>
            </a:r>
          </a:p>
        </p:txBody>
      </p:sp>
      <p:sp>
        <p:nvSpPr>
          <p:cNvPr id="5" name="Footer Placeholder 4">
            <a:extLst>
              <a:ext uri="{FF2B5EF4-FFF2-40B4-BE49-F238E27FC236}">
                <a16:creationId xmlns:a16="http://schemas.microsoft.com/office/drawing/2014/main" id="{AF14884A-B11A-6AE3-EEE8-B6AEF1E8C0B6}"/>
              </a:ext>
            </a:extLst>
          </p:cNvPr>
          <p:cNvSpPr>
            <a:spLocks noGrp="1"/>
          </p:cNvSpPr>
          <p:nvPr>
            <p:ph type="ftr" sz="quarter" idx="11"/>
          </p:nvPr>
        </p:nvSpPr>
        <p:spPr/>
        <p:txBody>
          <a:bodyPr/>
          <a:lstStyle/>
          <a:p>
            <a:pPr algn="l"/>
            <a:r>
              <a:rPr lang="en-US"/>
              <a:t>J. Schwabish, </a:t>
            </a:r>
            <a:r>
              <a:rPr lang="en-US" i="1"/>
              <a:t>Better Data Visualizations</a:t>
            </a:r>
            <a:r>
              <a:rPr lang="en-US"/>
              <a:t> (Columbia University Press, 2021), via policyviz.com/2021/07/29/to-gridline-or-not-to-gridline/. </a:t>
            </a:r>
            <a:endParaRPr lang="en-US" dirty="0"/>
          </a:p>
        </p:txBody>
      </p:sp>
      <p:pic>
        <p:nvPicPr>
          <p:cNvPr id="4" name="Picture 3">
            <a:extLst>
              <a:ext uri="{FF2B5EF4-FFF2-40B4-BE49-F238E27FC236}">
                <a16:creationId xmlns:a16="http://schemas.microsoft.com/office/drawing/2014/main" id="{3A40445C-35A1-159F-00DF-17671B2B6C8E}"/>
              </a:ext>
            </a:extLst>
          </p:cNvPr>
          <p:cNvPicPr>
            <a:picLocks noChangeAspect="1"/>
          </p:cNvPicPr>
          <p:nvPr/>
        </p:nvPicPr>
        <p:blipFill>
          <a:blip r:embed="rId2"/>
          <a:stretch>
            <a:fillRect/>
          </a:stretch>
        </p:blipFill>
        <p:spPr>
          <a:xfrm>
            <a:off x="3121297" y="1915341"/>
            <a:ext cx="6197600" cy="4229100"/>
          </a:xfrm>
          <a:prstGeom prst="rect">
            <a:avLst/>
          </a:prstGeom>
        </p:spPr>
      </p:pic>
    </p:spTree>
    <p:extLst>
      <p:ext uri="{BB962C8B-B14F-4D97-AF65-F5344CB8AC3E}">
        <p14:creationId xmlns:p14="http://schemas.microsoft.com/office/powerpoint/2010/main" val="24266042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EB549-9815-169E-67B3-09B1A9658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EE53C-293B-1110-A692-623FF948AA59}"/>
              </a:ext>
            </a:extLst>
          </p:cNvPr>
          <p:cNvSpPr>
            <a:spLocks noGrp="1"/>
          </p:cNvSpPr>
          <p:nvPr>
            <p:ph type="title"/>
          </p:nvPr>
        </p:nvSpPr>
        <p:spPr>
          <a:xfrm>
            <a:off x="838200" y="306278"/>
            <a:ext cx="10515600" cy="1519347"/>
          </a:xfrm>
        </p:spPr>
        <p:txBody>
          <a:bodyPr>
            <a:noAutofit/>
          </a:bodyPr>
          <a:lstStyle/>
          <a:p>
            <a:pPr>
              <a:lnSpc>
                <a:spcPct val="110000"/>
              </a:lnSpc>
              <a:spcBef>
                <a:spcPts val="0"/>
              </a:spcBef>
              <a:spcAft>
                <a:spcPts val="3000"/>
              </a:spcAft>
            </a:pPr>
            <a:r>
              <a:rPr lang="en-US" dirty="0"/>
              <a:t>Direct labeling</a:t>
            </a:r>
            <a:br>
              <a:rPr lang="en-US" dirty="0"/>
            </a:br>
            <a:r>
              <a:rPr lang="en-US" sz="2800" dirty="0">
                <a:latin typeface="Inter" panose="02000503000000020004" pitchFamily="2" charset="0"/>
                <a:ea typeface="Inter" panose="02000503000000020004" pitchFamily="2" charset="0"/>
              </a:rPr>
              <a:t>Gridlines are not always necessary</a:t>
            </a:r>
          </a:p>
        </p:txBody>
      </p:sp>
      <p:pic>
        <p:nvPicPr>
          <p:cNvPr id="3" name="Picture 2">
            <a:extLst>
              <a:ext uri="{FF2B5EF4-FFF2-40B4-BE49-F238E27FC236}">
                <a16:creationId xmlns:a16="http://schemas.microsoft.com/office/drawing/2014/main" id="{A3BD34F9-D915-D17F-EC16-9D0CEB80BF37}"/>
              </a:ext>
            </a:extLst>
          </p:cNvPr>
          <p:cNvPicPr>
            <a:picLocks noChangeAspect="1"/>
          </p:cNvPicPr>
          <p:nvPr/>
        </p:nvPicPr>
        <p:blipFill>
          <a:blip r:embed="rId2"/>
          <a:stretch>
            <a:fillRect/>
          </a:stretch>
        </p:blipFill>
        <p:spPr>
          <a:xfrm>
            <a:off x="3101159" y="1906088"/>
            <a:ext cx="6159500" cy="4038600"/>
          </a:xfrm>
          <a:prstGeom prst="rect">
            <a:avLst/>
          </a:prstGeom>
        </p:spPr>
      </p:pic>
      <p:sp>
        <p:nvSpPr>
          <p:cNvPr id="8" name="Footer Placeholder 4">
            <a:extLst>
              <a:ext uri="{FF2B5EF4-FFF2-40B4-BE49-F238E27FC236}">
                <a16:creationId xmlns:a16="http://schemas.microsoft.com/office/drawing/2014/main" id="{C22AF702-5163-7473-38B2-A7501847BC79}"/>
              </a:ext>
            </a:extLst>
          </p:cNvPr>
          <p:cNvSpPr>
            <a:spLocks noGrp="1"/>
          </p:cNvSpPr>
          <p:nvPr>
            <p:ph type="ftr" sz="quarter" idx="11"/>
          </p:nvPr>
        </p:nvSpPr>
        <p:spPr>
          <a:xfrm>
            <a:off x="838200" y="6356350"/>
            <a:ext cx="10515600" cy="365125"/>
          </a:xfrm>
        </p:spPr>
        <p:txBody>
          <a:bodyPr/>
          <a:lstStyle/>
          <a:p>
            <a:pPr algn="l"/>
            <a:r>
              <a:rPr lang="en-US"/>
              <a:t>J. Schwabish, </a:t>
            </a:r>
            <a:r>
              <a:rPr lang="en-US" i="1"/>
              <a:t>Better Data Visualizations</a:t>
            </a:r>
            <a:r>
              <a:rPr lang="en-US"/>
              <a:t> (Columbia University Press, 2021), via policyviz.com/2021/07/29/to-gridline-or-not-to-gridline/. </a:t>
            </a:r>
            <a:endParaRPr lang="en-US" dirty="0"/>
          </a:p>
        </p:txBody>
      </p:sp>
    </p:spTree>
    <p:extLst>
      <p:ext uri="{BB962C8B-B14F-4D97-AF65-F5344CB8AC3E}">
        <p14:creationId xmlns:p14="http://schemas.microsoft.com/office/powerpoint/2010/main" val="17017814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40E1C-CFD6-86CF-BEC9-824536FE26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7DBC2F-A2C2-7ABE-D8AD-7C785FD22AA7}"/>
              </a:ext>
            </a:extLst>
          </p:cNvPr>
          <p:cNvSpPr>
            <a:spLocks noGrp="1"/>
          </p:cNvSpPr>
          <p:nvPr>
            <p:ph type="title"/>
          </p:nvPr>
        </p:nvSpPr>
        <p:spPr/>
        <p:txBody>
          <a:bodyPr/>
          <a:lstStyle/>
          <a:p>
            <a:r>
              <a:rPr lang="en-US" dirty="0"/>
              <a:t>Alt-Text</a:t>
            </a:r>
          </a:p>
        </p:txBody>
      </p:sp>
      <p:pic>
        <p:nvPicPr>
          <p:cNvPr id="8" name="Picture 7">
            <a:extLst>
              <a:ext uri="{FF2B5EF4-FFF2-40B4-BE49-F238E27FC236}">
                <a16:creationId xmlns:a16="http://schemas.microsoft.com/office/drawing/2014/main" id="{EBBD8E97-7799-16D9-00E9-F5186D0DD819}"/>
              </a:ext>
            </a:extLst>
          </p:cNvPr>
          <p:cNvPicPr>
            <a:picLocks noChangeAspect="1"/>
          </p:cNvPicPr>
          <p:nvPr/>
        </p:nvPicPr>
        <p:blipFill>
          <a:blip r:embed="rId2"/>
          <a:stretch>
            <a:fillRect/>
          </a:stretch>
        </p:blipFill>
        <p:spPr>
          <a:xfrm>
            <a:off x="2378902" y="1584217"/>
            <a:ext cx="7772400" cy="4663440"/>
          </a:xfrm>
          <a:prstGeom prst="rect">
            <a:avLst/>
          </a:prstGeom>
        </p:spPr>
      </p:pic>
    </p:spTree>
    <p:extLst>
      <p:ext uri="{BB962C8B-B14F-4D97-AF65-F5344CB8AC3E}">
        <p14:creationId xmlns:p14="http://schemas.microsoft.com/office/powerpoint/2010/main" val="2583932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9ACF1-648D-7DBC-90C7-D25E49E23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0B827-69BD-4716-BD0C-739B4F6C28EF}"/>
              </a:ext>
            </a:extLst>
          </p:cNvPr>
          <p:cNvSpPr>
            <a:spLocks noGrp="1"/>
          </p:cNvSpPr>
          <p:nvPr>
            <p:ph type="title"/>
          </p:nvPr>
        </p:nvSpPr>
        <p:spPr/>
        <p:txBody>
          <a:bodyPr/>
          <a:lstStyle/>
          <a:p>
            <a:r>
              <a:rPr lang="en-US" dirty="0"/>
              <a:t>Alt-Text</a:t>
            </a:r>
            <a:br>
              <a:rPr lang="en-US" dirty="0"/>
            </a:br>
            <a:r>
              <a:rPr lang="en-US" sz="2400" dirty="0"/>
              <a:t>Provide a short summary and a data table when possible</a:t>
            </a:r>
          </a:p>
        </p:txBody>
      </p:sp>
      <p:pic>
        <p:nvPicPr>
          <p:cNvPr id="3" name="Picture 2">
            <a:extLst>
              <a:ext uri="{FF2B5EF4-FFF2-40B4-BE49-F238E27FC236}">
                <a16:creationId xmlns:a16="http://schemas.microsoft.com/office/drawing/2014/main" id="{CC696B4F-5D3C-410B-53AE-0F4F60DA53C3}"/>
              </a:ext>
            </a:extLst>
          </p:cNvPr>
          <p:cNvPicPr>
            <a:picLocks noChangeAspect="1"/>
          </p:cNvPicPr>
          <p:nvPr/>
        </p:nvPicPr>
        <p:blipFill>
          <a:blip r:embed="rId3"/>
          <a:stretch>
            <a:fillRect/>
          </a:stretch>
        </p:blipFill>
        <p:spPr>
          <a:xfrm>
            <a:off x="387262" y="2170134"/>
            <a:ext cx="5354875" cy="3212925"/>
          </a:xfrm>
          <a:prstGeom prst="rect">
            <a:avLst/>
          </a:prstGeom>
        </p:spPr>
      </p:pic>
      <p:pic>
        <p:nvPicPr>
          <p:cNvPr id="4" name="Picture 3">
            <a:extLst>
              <a:ext uri="{FF2B5EF4-FFF2-40B4-BE49-F238E27FC236}">
                <a16:creationId xmlns:a16="http://schemas.microsoft.com/office/drawing/2014/main" id="{E1A3E78E-E8E7-658D-762A-364EFC9939BE}"/>
              </a:ext>
            </a:extLst>
          </p:cNvPr>
          <p:cNvPicPr>
            <a:picLocks noChangeAspect="1"/>
          </p:cNvPicPr>
          <p:nvPr/>
        </p:nvPicPr>
        <p:blipFill>
          <a:blip r:embed="rId4"/>
          <a:srcRect t="21580" b="19467"/>
          <a:stretch>
            <a:fillRect/>
          </a:stretch>
        </p:blipFill>
        <p:spPr>
          <a:xfrm>
            <a:off x="6129403" y="4562605"/>
            <a:ext cx="5224397" cy="1572016"/>
          </a:xfrm>
          <a:prstGeom prst="rect">
            <a:avLst/>
          </a:prstGeom>
        </p:spPr>
      </p:pic>
      <p:sp>
        <p:nvSpPr>
          <p:cNvPr id="5" name="Title 1">
            <a:extLst>
              <a:ext uri="{FF2B5EF4-FFF2-40B4-BE49-F238E27FC236}">
                <a16:creationId xmlns:a16="http://schemas.microsoft.com/office/drawing/2014/main" id="{65F8F220-48AC-8FF1-5BB0-DBCCBD57A351}"/>
              </a:ext>
            </a:extLst>
          </p:cNvPr>
          <p:cNvSpPr txBox="1">
            <a:spLocks/>
          </p:cNvSpPr>
          <p:nvPr/>
        </p:nvSpPr>
        <p:spPr>
          <a:xfrm>
            <a:off x="5981178" y="352916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0" i="0" kern="1200">
                <a:solidFill>
                  <a:schemeClr val="tx1">
                    <a:lumMod val="75000"/>
                    <a:lumOff val="25000"/>
                  </a:schemeClr>
                </a:solidFill>
                <a:latin typeface="Inter Medium" panose="02000503000000020004" pitchFamily="2" charset="0"/>
                <a:ea typeface="Inter Medium" panose="02000503000000020004" pitchFamily="2" charset="0"/>
                <a:cs typeface="+mj-cs"/>
              </a:defRPr>
            </a:lvl1pPr>
          </a:lstStyle>
          <a:p>
            <a:r>
              <a:rPr lang="en-US" sz="1600" dirty="0"/>
              <a:t>Data Table</a:t>
            </a:r>
          </a:p>
        </p:txBody>
      </p:sp>
      <p:sp>
        <p:nvSpPr>
          <p:cNvPr id="9" name="TextBox 8">
            <a:extLst>
              <a:ext uri="{FF2B5EF4-FFF2-40B4-BE49-F238E27FC236}">
                <a16:creationId xmlns:a16="http://schemas.microsoft.com/office/drawing/2014/main" id="{D26BDE92-BB1D-FA46-8724-C5E53B271BE2}"/>
              </a:ext>
            </a:extLst>
          </p:cNvPr>
          <p:cNvSpPr txBox="1"/>
          <p:nvPr/>
        </p:nvSpPr>
        <p:spPr>
          <a:xfrm>
            <a:off x="6243704" y="2299778"/>
            <a:ext cx="5159156" cy="1246495"/>
          </a:xfrm>
          <a:prstGeom prst="rect">
            <a:avLst/>
          </a:prstGeom>
          <a:noFill/>
        </p:spPr>
        <p:txBody>
          <a:bodyPr wrap="square">
            <a:spAutoFit/>
          </a:bodyPr>
          <a:lstStyle/>
          <a:p>
            <a:r>
              <a:rPr lang="en-US" sz="1500" dirty="0">
                <a:latin typeface="Inter" panose="02000503000000020004" pitchFamily="2" charset="0"/>
                <a:ea typeface="Inter" panose="02000503000000020004" pitchFamily="2" charset="0"/>
              </a:rPr>
              <a:t>Line chart of 2025 quarterly item views for four digital collections. Photographs leads all year and peaks in Q4; Student Theses spikes in Q2; Oral Histories rises every quarter; Historic Maps dips in Q3. Exact values are shown in the Data Table.</a:t>
            </a:r>
          </a:p>
        </p:txBody>
      </p:sp>
      <p:sp>
        <p:nvSpPr>
          <p:cNvPr id="10" name="Title 1">
            <a:extLst>
              <a:ext uri="{FF2B5EF4-FFF2-40B4-BE49-F238E27FC236}">
                <a16:creationId xmlns:a16="http://schemas.microsoft.com/office/drawing/2014/main" id="{F74005F0-F030-C6C7-E260-E08FD896E631}"/>
              </a:ext>
            </a:extLst>
          </p:cNvPr>
          <p:cNvSpPr txBox="1">
            <a:spLocks/>
          </p:cNvSpPr>
          <p:nvPr/>
        </p:nvSpPr>
        <p:spPr>
          <a:xfrm>
            <a:off x="5981178" y="119273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0" i="0" kern="1200">
                <a:solidFill>
                  <a:schemeClr val="tx1">
                    <a:lumMod val="75000"/>
                    <a:lumOff val="25000"/>
                  </a:schemeClr>
                </a:solidFill>
                <a:latin typeface="Inter Medium" panose="02000503000000020004" pitchFamily="2" charset="0"/>
                <a:ea typeface="Inter Medium" panose="02000503000000020004" pitchFamily="2" charset="0"/>
                <a:cs typeface="+mj-cs"/>
              </a:defRPr>
            </a:lvl1pPr>
          </a:lstStyle>
          <a:p>
            <a:r>
              <a:rPr lang="en-US" sz="1600" dirty="0"/>
              <a:t>Alt Text (Short Summary)</a:t>
            </a:r>
          </a:p>
        </p:txBody>
      </p:sp>
      <p:cxnSp>
        <p:nvCxnSpPr>
          <p:cNvPr id="11" name="Straight Connector 10">
            <a:extLst>
              <a:ext uri="{FF2B5EF4-FFF2-40B4-BE49-F238E27FC236}">
                <a16:creationId xmlns:a16="http://schemas.microsoft.com/office/drawing/2014/main" id="{E3FA2D9C-296C-79C2-F52D-AC1EC164CDE6}"/>
              </a:ext>
              <a:ext uri="{C183D7F6-B498-43B3-948B-1728B52AA6E4}">
                <adec:decorative xmlns:adec="http://schemas.microsoft.com/office/drawing/2017/decorative" val="1"/>
              </a:ext>
            </a:extLst>
          </p:cNvPr>
          <p:cNvCxnSpPr>
            <a:cxnSpLocks/>
          </p:cNvCxnSpPr>
          <p:nvPr/>
        </p:nvCxnSpPr>
        <p:spPr>
          <a:xfrm>
            <a:off x="6096000" y="2036055"/>
            <a:ext cx="60960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F18D8B9-6C46-0DAB-8064-4AF1C0239A48}"/>
              </a:ext>
              <a:ext uri="{C183D7F6-B498-43B3-948B-1728B52AA6E4}">
                <adec:decorative xmlns:adec="http://schemas.microsoft.com/office/drawing/2017/decorative" val="1"/>
              </a:ext>
            </a:extLst>
          </p:cNvPr>
          <p:cNvCxnSpPr>
            <a:cxnSpLocks/>
          </p:cNvCxnSpPr>
          <p:nvPr/>
        </p:nvCxnSpPr>
        <p:spPr>
          <a:xfrm>
            <a:off x="6096000" y="4340844"/>
            <a:ext cx="6096000" cy="0"/>
          </a:xfrm>
          <a:prstGeom prst="line">
            <a:avLst/>
          </a:prstGeom>
          <a:ln w="57150">
            <a:solidFill>
              <a:srgbClr val="7E250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4016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4A60C59A1258644BCC681514673EE67" ma:contentTypeVersion="20" ma:contentTypeDescription="Create a new document." ma:contentTypeScope="" ma:versionID="fa10f06d76141ccb0f684fc09f299a24">
  <xsd:schema xmlns:xsd="http://www.w3.org/2001/XMLSchema" xmlns:xs="http://www.w3.org/2001/XMLSchema" xmlns:p="http://schemas.microsoft.com/office/2006/metadata/properties" xmlns:ns2="4a65e04f-623a-482a-8907-98da86ea0380" xmlns:ns3="be45d151-7518-4147-811f-0cf87d6198e1" targetNamespace="http://schemas.microsoft.com/office/2006/metadata/properties" ma:root="true" ma:fieldsID="bedc9e508ab61f0f114000c6b3ee704a" ns2:_="" ns3:_="">
    <xsd:import namespace="4a65e04f-623a-482a-8907-98da86ea0380"/>
    <xsd:import namespace="be45d151-7518-4147-811f-0cf87d6198e1"/>
    <xsd:element name="properties">
      <xsd:complexType>
        <xsd:sequence>
          <xsd:element name="documentManagement">
            <xsd:complexType>
              <xsd:all>
                <xsd:element ref="ns2:Note"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DateTake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test"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e04f-623a-482a-8907-98da86ea0380" elementFormDefault="qualified">
    <xsd:import namespace="http://schemas.microsoft.com/office/2006/documentManagement/types"/>
    <xsd:import namespace="http://schemas.microsoft.com/office/infopath/2007/PartnerControls"/>
    <xsd:element name="Note" ma:index="2" nillable="true" ma:displayName="Note" ma:internalName="Note" ma:readOnly="fals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hidden="true" ma:internalName="MediaServiceAutoTags" ma:readOnly="true">
      <xsd:simpleType>
        <xsd:restriction base="dms:Text"/>
      </xsd:simpleType>
    </xsd:element>
    <xsd:element name="MediaServiceOCR" ma:index="13" nillable="true" ma:displayName="MediaServiceOCR" ma:hidden="true" ma:internalName="MediaServiceOCR" ma:readOnly="true">
      <xsd:simpleType>
        <xsd:restriction base="dms:Note"/>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hidden="true" ma:internalName="MediaServiceKeyPoints" ma:readOnly="true">
      <xsd:simpleType>
        <xsd:restriction base="dms:Note"/>
      </xsd:simpleType>
    </xsd:element>
    <xsd:element name="MediaLengthInSeconds" ma:index="20" nillable="true" ma:displayName="Length (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f3f7c956-802a-45ac-b2ba-cc78506785fb" ma:termSetId="09814cd3-568e-fe90-9814-8d621ff8fb84" ma:anchorId="fba54fb3-c3e1-fe81-a776-ca4b69148c4d" ma:open="true" ma:isKeyword="false">
      <xsd:complexType>
        <xsd:sequence>
          <xsd:element ref="pc:Terms" minOccurs="0" maxOccurs="1"/>
        </xsd:sequence>
      </xsd:complexType>
    </xsd:element>
    <xsd:element name="test" ma:index="24" nillable="true" ma:displayName="test" ma:format="Dropdown" ma:internalName="test">
      <xsd:simpleType>
        <xsd:restriction base="dms:Choice">
          <xsd:enumeration value="Choice 1"/>
          <xsd:enumeration value="Choice 2"/>
          <xsd:enumeration value="Choice 3"/>
        </xsd:restriction>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e45d151-7518-4147-811f-0cf87d6198e1" elementFormDefault="qualified">
    <xsd:import namespace="http://schemas.microsoft.com/office/2006/documentManagement/types"/>
    <xsd:import namespace="http://schemas.microsoft.com/office/infopath/2007/PartnerControls"/>
    <xsd:element name="SharedWithUsers" ma:index="10"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hidden="true" ma:internalName="SharedWithDetails" ma:readOnly="true">
      <xsd:simpleType>
        <xsd:restriction base="dms:Note"/>
      </xsd:simpleType>
    </xsd:element>
    <xsd:element name="TaxCatchAll" ma:index="23" nillable="true" ma:displayName="Taxonomy Catch All Column" ma:hidden="true" ma:list="{af37782f-c7e3-41c6-886d-0c70ce2425c6}" ma:internalName="TaxCatchAll" ma:readOnly="false" ma:showField="CatchAllData" ma:web="be45d151-7518-4147-811f-0cf87d6198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a65e04f-623a-482a-8907-98da86ea0380">
      <Terms xmlns="http://schemas.microsoft.com/office/infopath/2007/PartnerControls"/>
    </lcf76f155ced4ddcb4097134ff3c332f>
    <test xmlns="4a65e04f-623a-482a-8907-98da86ea0380" xsi:nil="true"/>
    <Note xmlns="4a65e04f-623a-482a-8907-98da86ea0380" xsi:nil="true"/>
    <TaxCatchAll xmlns="be45d151-7518-4147-811f-0cf87d6198e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8B578F-CEE9-4AFF-BAAB-28E585F461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e04f-623a-482a-8907-98da86ea0380"/>
    <ds:schemaRef ds:uri="be45d151-7518-4147-811f-0cf87d6198e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785FF2-7E1A-4A6A-BD76-56E873C1FA41}">
  <ds:schemaRefs>
    <ds:schemaRef ds:uri="http://purl.org/dc/terms/"/>
    <ds:schemaRef ds:uri="http://purl.org/dc/elements/1.1/"/>
    <ds:schemaRef ds:uri="http://purl.org/dc/dcmitype/"/>
    <ds:schemaRef ds:uri="http://schemas.microsoft.com/office/2006/documentManagement/types"/>
    <ds:schemaRef ds:uri="http://schemas.openxmlformats.org/package/2006/metadata/core-properties"/>
    <ds:schemaRef ds:uri="http://www.w3.org/XML/1998/namespace"/>
    <ds:schemaRef ds:uri="4a65e04f-623a-482a-8907-98da86ea0380"/>
    <ds:schemaRef ds:uri="http://schemas.microsoft.com/office/infopath/2007/PartnerControls"/>
    <ds:schemaRef ds:uri="be45d151-7518-4147-811f-0cf87d6198e1"/>
    <ds:schemaRef ds:uri="http://schemas.microsoft.com/office/2006/metadata/properties"/>
  </ds:schemaRefs>
</ds:datastoreItem>
</file>

<file path=customXml/itemProps3.xml><?xml version="1.0" encoding="utf-8"?>
<ds:datastoreItem xmlns:ds="http://schemas.openxmlformats.org/officeDocument/2006/customXml" ds:itemID="{37CA2EB1-0E88-4900-8DE3-A233E720836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4302</TotalTime>
  <Words>2352</Words>
  <Application>Microsoft Macintosh PowerPoint</Application>
  <PresentationFormat>Widescreen</PresentationFormat>
  <Paragraphs>180</Paragraphs>
  <Slides>49</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Aptos</vt:lpstr>
      <vt:lpstr>Arial</vt:lpstr>
      <vt:lpstr>Calibri</vt:lpstr>
      <vt:lpstr>Gentona Book</vt:lpstr>
      <vt:lpstr>Inter</vt:lpstr>
      <vt:lpstr>Inter Medium</vt:lpstr>
      <vt:lpstr>Inter SemiBold</vt:lpstr>
      <vt:lpstr>Tahoma</vt:lpstr>
      <vt:lpstr>Office Theme</vt:lpstr>
      <vt:lpstr>Visualize It</vt:lpstr>
      <vt:lpstr>PowerPoint Presentation</vt:lpstr>
      <vt:lpstr>PowerPoint Presentation</vt:lpstr>
      <vt:lpstr>Principles of  visual perception</vt:lpstr>
      <vt:lpstr>PowerPoint Presentation</vt:lpstr>
      <vt:lpstr>PowerPoint Presentation</vt:lpstr>
      <vt:lpstr>Pre-attentive attributes</vt:lpstr>
      <vt:lpstr>Ranking the effectiveness of visual encodings</vt:lpstr>
      <vt:lpstr>Ranking the effectiveness of visual encodings</vt:lpstr>
      <vt:lpstr>Pre-attentive processing: Color</vt:lpstr>
      <vt:lpstr>Pre-attentive processing: Color</vt:lpstr>
      <vt:lpstr>Pre-attentive processing: Combined</vt:lpstr>
      <vt:lpstr>Pre-attentive processing: Combined</vt:lpstr>
      <vt:lpstr>Gestalt Principles of Visual Perception</vt:lpstr>
      <vt:lpstr>Design of  data visualizations</vt:lpstr>
      <vt:lpstr>Keep it simple.</vt:lpstr>
      <vt:lpstr>Remove non-encoding visual elements</vt:lpstr>
      <vt:lpstr>Remove non-encoding visual elements</vt:lpstr>
      <vt:lpstr>Avoid 3D.</vt:lpstr>
      <vt:lpstr>Is this 3D adding information?</vt:lpstr>
      <vt:lpstr>Use of 3D can impair interpretation</vt:lpstr>
      <vt:lpstr>Too dense? Split into a grid.</vt:lpstr>
      <vt:lpstr>Design for accessibility.</vt:lpstr>
      <vt:lpstr>WCAG 2.2</vt:lpstr>
      <vt:lpstr>Contrast WCAG 2.2 AA</vt:lpstr>
      <vt:lpstr>Contrast WCAG 2.2 AA</vt:lpstr>
      <vt:lpstr>Contrast WCAG 2.2 AA</vt:lpstr>
      <vt:lpstr>Contrast WCAG 2.2 AA</vt:lpstr>
      <vt:lpstr>Use color carefully.</vt:lpstr>
      <vt:lpstr>PowerPoint Presentation</vt:lpstr>
      <vt:lpstr>Color can  represent data</vt:lpstr>
      <vt:lpstr>Color can  highlight data</vt:lpstr>
      <vt:lpstr>Choose a colorblind friendly color palette</vt:lpstr>
      <vt:lpstr>Choose a colorblind friendly color palette</vt:lpstr>
      <vt:lpstr>Choose a colorblind friendly color palette</vt:lpstr>
      <vt:lpstr>Choose a colorblind friendly color palette</vt:lpstr>
      <vt:lpstr>Redundant coding Visualizing data with multiple encodings aids interpretation</vt:lpstr>
      <vt:lpstr>PowerPoint Presentation</vt:lpstr>
      <vt:lpstr>Redundant coding Visualizing data with multiple encodings aids interpretation</vt:lpstr>
      <vt:lpstr>With dense data, use strong visual boundaries</vt:lpstr>
      <vt:lpstr>With dense data, use strong visual boundaries</vt:lpstr>
      <vt:lpstr>Legend Order Legend order should follow data order</vt:lpstr>
      <vt:lpstr>Legend Order Legend order should follow data order</vt:lpstr>
      <vt:lpstr>Direct labeling When possible, design figures so they don’t need a legend</vt:lpstr>
      <vt:lpstr>Direct labeling When possible, design figures so they don’t need a legend</vt:lpstr>
      <vt:lpstr>Direct labeling Gridlines are not always necessary</vt:lpstr>
      <vt:lpstr>Direct labeling Gridlines are not always necessary</vt:lpstr>
      <vt:lpstr>Alt-Text</vt:lpstr>
      <vt:lpstr>Alt-Text Provide a short summary and a data table when possible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Lawson</dc:creator>
  <cp:lastModifiedBy>Peter Lawson</cp:lastModifiedBy>
  <cp:revision>1</cp:revision>
  <dcterms:created xsi:type="dcterms:W3CDTF">2026-10-10T18:19:56Z</dcterms:created>
  <dcterms:modified xsi:type="dcterms:W3CDTF">2026-10-13T18:42:38Z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0x01010054A60C59A1258644BCC681514673EE67</vt:lpwstr>
  </property>
  <property fmtid="{D5CDD505-2E9C-101B-9397-08002B2CF9AE}" pid="3" name="MediaServiceImageTags">
    <vt:lpwstr/>
  </property>
</Properties>
</file>